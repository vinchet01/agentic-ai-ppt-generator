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4EB83-2BA4-4B06-A869-3B2B8CB3E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858724-37DB-4B07-929F-32531A80E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9F677-F0DD-4D1F-A72D-94287815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C0BA-204B-4A7E-AD7C-C2C6570312AB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B8747-DE51-4A76-8913-E23ECF35F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85D09-FC9E-44A1-A416-3C3CC3C2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9552-89BC-447E-97A8-3D5AE2142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02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B2E0A-2AA3-4441-83CF-8EE24A66D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A3C4B-4FAE-479D-A669-74F5C503C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66ED-7BDC-4235-A7B1-8F2898259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C0BA-204B-4A7E-AD7C-C2C6570312AB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71C5B-93A0-461B-BC6B-43AB15FF1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42DCA-E156-4649-A7E2-887F60D1D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9552-89BC-447E-97A8-3D5AE2142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8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1661-F856-4F18-B016-FFADA4A9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B7151-A0A9-4071-9E3C-0BD5A336A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85418-4DAC-4E21-9AC3-5C40E8FE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C0BA-204B-4A7E-AD7C-C2C6570312AB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C1786-C285-47DB-A454-E397CB08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65096-7A89-4623-982E-A32982F6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9552-89BC-447E-97A8-3D5AE2142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6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2CF76-975D-47FD-9BC3-397D31D2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8FB6B-F0D0-4276-ABB4-5C56980DD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DF392-1E78-4EC7-94B0-EA6C6F625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7E526-F6CA-412A-9AA8-541476EB9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C0BA-204B-4A7E-AD7C-C2C6570312AB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8BD07-DDB5-4254-A6CD-14F35C0B0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2AD56-3172-4193-AC67-BEEF893B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9552-89BC-447E-97A8-3D5AE2142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54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509D4-3C41-4924-9CC2-4AC368162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5ADED-39DD-47D2-A5B0-FAD50B44A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ADEC4-B9C3-4BA7-8017-488C37FD1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C0613-4FF5-4E4A-8A0A-20B3A65A2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AD980-70D5-4AC2-BB89-25D6984E64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2B6ABA-E4A3-4088-87E6-044522CBE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C0BA-204B-4A7E-AD7C-C2C6570312AB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1658A-8108-4382-A3F3-F7C90A2E3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FFBD89-6195-48CC-8950-C58C7888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9552-89BC-447E-97A8-3D5AE2142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39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86FF0-D547-4925-8121-F30CEAC10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8D801-8C29-4DB0-8F21-17858167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C0BA-204B-4A7E-AD7C-C2C6570312AB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3B67FF-43C6-4F2C-927A-5C0F17B0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9D0CA-390A-4B9E-B6AC-BD59657FD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9552-89BC-447E-97A8-3D5AE2142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15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158727-3DDD-434A-9619-F571B3C3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C0BA-204B-4A7E-AD7C-C2C6570312AB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3F01D8-E353-4F5D-85ED-1B7437FDF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9C5C3-424E-4B0C-8820-7DCA6625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9552-89BC-447E-97A8-3D5AE2142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0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6F48-F4BF-4A4C-8DCD-8118FCDE8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DF481-890A-436C-9C6B-A6C256586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5B666-E2BB-4470-AFCA-5FB39B881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F009E-DE2C-457A-8865-5E51DA0ED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C0BA-204B-4A7E-AD7C-C2C6570312AB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39FAD-0424-4260-9BE7-625A26AA8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7B61F-1920-4B0D-9A1F-4E3C28ED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9552-89BC-447E-97A8-3D5AE2142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2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23DD3-6B7F-44CC-A9D5-372015961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B13147-02C1-4F56-B538-20CD0A0F2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39502-9F77-4A3F-8178-96C6D998E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5E80F-AA7C-4D6D-851F-5950C7C21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C0BA-204B-4A7E-AD7C-C2C6570312AB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F191B-DE24-4237-ACEF-4AFF10ED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E416A-B95B-4A4B-A031-D6BBE122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9552-89BC-447E-97A8-3D5AE2142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57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309C1-8731-4A49-A214-3B5397392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347A4-DE02-4F37-A3F7-8F93C13A7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6E9D2-3AF3-4785-98A0-97EFA3994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C0BA-204B-4A7E-AD7C-C2C6570312AB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F5A4B-1F7B-4312-9174-82E9C274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A36FE-27D2-446B-9AAC-AA8E9D5A3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9552-89BC-447E-97A8-3D5AE2142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21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591400-F588-4BF1-9629-75AC558689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F560DB-BA9B-4085-87F2-3F1222891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4BCAF-6AFD-47A3-BB9E-A1BA3636E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C0BA-204B-4A7E-AD7C-C2C6570312AB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88686-F01E-4D35-AB7B-1A064B49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C7F3E-DB4F-441A-8D3D-63D37685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9552-89BC-447E-97A8-3D5AE2142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91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A15203-1DEF-42E3-A0BA-37C6ED8F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D1695-DC5A-4DB0-B807-EE11702C1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1F57D-EB2A-42B4-86BB-5D47E8DB6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EC0BA-204B-4A7E-AD7C-C2C6570312AB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4447E-9A3B-4DA4-9D2E-D37702504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AC032-27C2-42C6-A53E-24FE6FE53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99552-89BC-447E-97A8-3D5AE2142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1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1">
            <a:extLst>
              <a:ext uri="{FF2B5EF4-FFF2-40B4-BE49-F238E27FC236}">
                <a16:creationId xmlns:a16="http://schemas.microsoft.com/office/drawing/2014/main" id="{57C903E2-C90C-4537-ADB4-4681DC3B6772}"/>
              </a:ext>
            </a:extLst>
          </p:cNvPr>
          <p:cNvSpPr txBox="1"/>
          <p:nvPr/>
        </p:nvSpPr>
        <p:spPr>
          <a:xfrm>
            <a:off x="382842" y="2017260"/>
            <a:ext cx="784307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3" name="head1">
            <a:extLst>
              <a:ext uri="{FF2B5EF4-FFF2-40B4-BE49-F238E27FC236}">
                <a16:creationId xmlns:a16="http://schemas.microsoft.com/office/drawing/2014/main" id="{F722A550-2B2B-483A-89CC-AD8C83E0ECA1}"/>
              </a:ext>
            </a:extLst>
          </p:cNvPr>
          <p:cNvSpPr txBox="1"/>
          <p:nvPr/>
        </p:nvSpPr>
        <p:spPr>
          <a:xfrm>
            <a:off x="382842" y="1432485"/>
            <a:ext cx="7266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4" name="subpoint">
            <a:extLst>
              <a:ext uri="{FF2B5EF4-FFF2-40B4-BE49-F238E27FC236}">
                <a16:creationId xmlns:a16="http://schemas.microsoft.com/office/drawing/2014/main" id="{A8F4D3CF-8E76-4A55-964E-CD794B31C324}"/>
              </a:ext>
            </a:extLst>
          </p:cNvPr>
          <p:cNvSpPr txBox="1"/>
          <p:nvPr/>
        </p:nvSpPr>
        <p:spPr>
          <a:xfrm>
            <a:off x="382842" y="202185"/>
            <a:ext cx="1086305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3600" dirty="0"/>
              <a:t>Subpoint</a:t>
            </a:r>
          </a:p>
        </p:txBody>
      </p:sp>
      <p:sp>
        <p:nvSpPr>
          <p:cNvPr id="5" name="content2">
            <a:extLst>
              <a:ext uri="{FF2B5EF4-FFF2-40B4-BE49-F238E27FC236}">
                <a16:creationId xmlns:a16="http://schemas.microsoft.com/office/drawing/2014/main" id="{9F69FFF6-091C-49F4-9E76-F23348677D8A}"/>
              </a:ext>
            </a:extLst>
          </p:cNvPr>
          <p:cNvSpPr txBox="1"/>
          <p:nvPr/>
        </p:nvSpPr>
        <p:spPr>
          <a:xfrm>
            <a:off x="382841" y="3369753"/>
            <a:ext cx="784307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6" name="head2">
            <a:extLst>
              <a:ext uri="{FF2B5EF4-FFF2-40B4-BE49-F238E27FC236}">
                <a16:creationId xmlns:a16="http://schemas.microsoft.com/office/drawing/2014/main" id="{AFFDCB72-714D-48D9-9D04-3C3D30D8C922}"/>
              </a:ext>
            </a:extLst>
          </p:cNvPr>
          <p:cNvSpPr txBox="1"/>
          <p:nvPr/>
        </p:nvSpPr>
        <p:spPr>
          <a:xfrm>
            <a:off x="382840" y="2784978"/>
            <a:ext cx="7266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7" name="content3">
            <a:extLst>
              <a:ext uri="{FF2B5EF4-FFF2-40B4-BE49-F238E27FC236}">
                <a16:creationId xmlns:a16="http://schemas.microsoft.com/office/drawing/2014/main" id="{8523FFB3-2F4C-40C2-A280-B3286C0CC546}"/>
              </a:ext>
            </a:extLst>
          </p:cNvPr>
          <p:cNvSpPr txBox="1"/>
          <p:nvPr/>
        </p:nvSpPr>
        <p:spPr>
          <a:xfrm>
            <a:off x="382841" y="4679267"/>
            <a:ext cx="784307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8" name="head3">
            <a:extLst>
              <a:ext uri="{FF2B5EF4-FFF2-40B4-BE49-F238E27FC236}">
                <a16:creationId xmlns:a16="http://schemas.microsoft.com/office/drawing/2014/main" id="{B18AD21B-02F3-4697-8253-507EB8BD46FD}"/>
              </a:ext>
            </a:extLst>
          </p:cNvPr>
          <p:cNvSpPr txBox="1"/>
          <p:nvPr/>
        </p:nvSpPr>
        <p:spPr>
          <a:xfrm>
            <a:off x="382841" y="4094492"/>
            <a:ext cx="7266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9" name="content4">
            <a:extLst>
              <a:ext uri="{FF2B5EF4-FFF2-40B4-BE49-F238E27FC236}">
                <a16:creationId xmlns:a16="http://schemas.microsoft.com/office/drawing/2014/main" id="{6629448E-A5FD-4CF5-BD16-2113DB16970A}"/>
              </a:ext>
            </a:extLst>
          </p:cNvPr>
          <p:cNvSpPr txBox="1"/>
          <p:nvPr/>
        </p:nvSpPr>
        <p:spPr>
          <a:xfrm>
            <a:off x="382841" y="6010290"/>
            <a:ext cx="784307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10" name="head4">
            <a:extLst>
              <a:ext uri="{FF2B5EF4-FFF2-40B4-BE49-F238E27FC236}">
                <a16:creationId xmlns:a16="http://schemas.microsoft.com/office/drawing/2014/main" id="{F406E6B7-2FB9-4DD4-BFBF-811D17F3A065}"/>
              </a:ext>
            </a:extLst>
          </p:cNvPr>
          <p:cNvSpPr txBox="1"/>
          <p:nvPr/>
        </p:nvSpPr>
        <p:spPr>
          <a:xfrm>
            <a:off x="382840" y="5425515"/>
            <a:ext cx="7266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7713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17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Vinayak Chetiyar</dc:creator>
  <cp:lastModifiedBy>Vinayak Chetiyar</cp:lastModifiedBy>
  <cp:revision>2</cp:revision>
  <dcterms:created xsi:type="dcterms:W3CDTF">2026-07-19T11:04:59Z</dcterms:created>
  <dcterms:modified xsi:type="dcterms:W3CDTF">2026-07-25T10:40:36Z</dcterms:modified>
</cp:coreProperties>
</file>