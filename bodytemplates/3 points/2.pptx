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9" autoAdjust="0"/>
    <p:restoredTop sz="94660"/>
  </p:normalViewPr>
  <p:slideViewPr>
    <p:cSldViewPr snapToGrid="0">
      <p:cViewPr varScale="1">
        <p:scale>
          <a:sx n="70" d="100"/>
          <a:sy n="70" d="100"/>
        </p:scale>
        <p:origin x="6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AF490-89BD-4C48-8F3A-891833B560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E02078-D568-4DB7-970F-865964A302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287AC-8E78-4CD4-86BE-D51BBE5C9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1295B-553C-4C22-881E-BCB73769E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C1ED35-DC08-4967-9105-47FC8A546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707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CA569-1930-49B5-A5E6-23DFCF529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CE4CA-8905-414B-BFCC-E1BAE0C9C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E49F4-A2D5-481A-B9DE-63182F94D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9E3463-F9FE-41B6-89B9-A8D428289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0C9CE-9E6B-44FC-B19C-27D4A305B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8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0862B-51CC-4F8A-A422-DA087B32A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EC7A42-396C-442E-AFD8-DBA235653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B0272-D8F9-492E-80FD-10488EE4B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EBE50-1A34-4AB1-8184-3B03C3F8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9C15E-91C4-4B5C-9874-2CA216AB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7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229B-7D08-447A-B0ED-AAEA1A0D7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7AC49-E41F-4D0D-B8DB-071356C40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A3C06A-85E2-4E26-95D3-D979F2525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DA7228-A349-41E3-988E-C38C90D0E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3CB045-D161-472A-A202-D987F20FD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18B58-F818-4DA6-B513-544540B68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2536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5E9B-EBC8-4B80-9212-F4E2BB7D1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615375-C6D5-4840-BE52-655B0BF6B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0CDD96-0A53-45EB-A69C-D980E0AA0D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F41468-92B9-4A1B-B26D-0B38BCCC00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00E3E9-92FA-45F4-A2F5-B4838E5F5E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3667F0-361A-45A9-8573-ECDB26FA0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447612-463D-4A51-A2BF-396423E9F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F12657-5B2C-4FE5-9DDE-65C8AF3C7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326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104F6-DD0D-4445-B1E1-1A331309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4CD7E3-8118-40FD-A783-03F4D74AD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9EF559-53EC-4425-B791-4F2E92836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E79B82-0C97-4FCA-99D9-5E728C855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431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758E52-B349-4827-9D23-575DC4E3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318C39-1FE8-4785-86C2-01D163E4B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7E0A3-F149-41F4-A8AF-8666934C9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012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C19D7-1376-4B67-AA22-8C5683392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DE831-9264-49F0-A94A-CAEF30FBC6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8F12E7-E417-4B1D-80E2-C12635EA6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B1004-052A-4DC6-A363-D5262C9A6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A0C57-B004-41BB-A68D-52075640E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B096AF-5D28-4114-AFF9-09362927D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794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14AF2-718A-434E-A6F4-C1BC2037C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137D2C-2329-4BA8-BCB9-F07CE638FC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A4FFCF-9FEB-4BE8-B988-0BB95A982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1C8238-95DC-4725-9337-C29E58C69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32ADC8-47DE-406F-B098-9FEE444D4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458D5-9BCE-4E2F-B6D2-E88F82FD0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46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06FE0-A61D-41A8-ADF0-B00C47E7C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B572D3-373B-4F25-B58A-7F3351C34A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9E0DB-2359-48FC-ABAC-775EA374D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4B0A9-DE20-44CA-B722-18304AA9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CB507-A4F2-46A8-90AA-12B8319C8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044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2A9152-CC6F-4C0A-B998-74A2F24869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7C41DF-C826-4E0B-92B7-5D9C399965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8A258-C235-418F-946B-56E62488E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44EFB6-09E2-4D07-B056-A76F73B45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B10B0A-F0BB-482C-B3EC-15FC3C41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4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92C3FB-976A-4DC0-87ED-16B93C945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9E5B1-76A4-433A-B622-91D4A1AC9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E279A-0987-48D0-9DC2-2A14D73EE1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FCD8C-FE9B-4A27-A98A-E048A60EE720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46A64-7D5C-4C7F-BC00-315C2AA63A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28D55-C8DB-4F66-A3AB-80E317F9F0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55BCF-AC53-4A04-99FC-01397BF14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856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1">
            <a:extLst>
              <a:ext uri="{FF2B5EF4-FFF2-40B4-BE49-F238E27FC236}">
                <a16:creationId xmlns:a16="http://schemas.microsoft.com/office/drawing/2014/main" id="{4CFE2BC8-54A5-407E-B141-B5EC04BD3417}"/>
              </a:ext>
            </a:extLst>
          </p:cNvPr>
          <p:cNvSpPr txBox="1"/>
          <p:nvPr/>
        </p:nvSpPr>
        <p:spPr>
          <a:xfrm>
            <a:off x="382842" y="2321170"/>
            <a:ext cx="8588880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AF43DD1A-697B-4E09-8F47-DB6EB5F90E42}"/>
              </a:ext>
            </a:extLst>
          </p:cNvPr>
          <p:cNvSpPr txBox="1"/>
          <p:nvPr/>
        </p:nvSpPr>
        <p:spPr>
          <a:xfrm>
            <a:off x="382842" y="1659451"/>
            <a:ext cx="8588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/>
              <a:t>Bullet head</a:t>
            </a:r>
            <a:endParaRPr lang="en-US" sz="3600" dirty="0"/>
          </a:p>
        </p:txBody>
      </p:sp>
      <p:sp>
        <p:nvSpPr>
          <p:cNvPr id="5" name="content2">
            <a:extLst>
              <a:ext uri="{FF2B5EF4-FFF2-40B4-BE49-F238E27FC236}">
                <a16:creationId xmlns:a16="http://schemas.microsoft.com/office/drawing/2014/main" id="{0114294D-3C82-4496-9578-DE3D20CA1765}"/>
              </a:ext>
            </a:extLst>
          </p:cNvPr>
          <p:cNvSpPr txBox="1"/>
          <p:nvPr/>
        </p:nvSpPr>
        <p:spPr>
          <a:xfrm>
            <a:off x="402712" y="3940580"/>
            <a:ext cx="8569010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6" name="head2">
            <a:extLst>
              <a:ext uri="{FF2B5EF4-FFF2-40B4-BE49-F238E27FC236}">
                <a16:creationId xmlns:a16="http://schemas.microsoft.com/office/drawing/2014/main" id="{EC54FAE9-D0C9-4E6D-BD92-BE588E00A0E5}"/>
              </a:ext>
            </a:extLst>
          </p:cNvPr>
          <p:cNvSpPr txBox="1"/>
          <p:nvPr/>
        </p:nvSpPr>
        <p:spPr>
          <a:xfrm>
            <a:off x="388238" y="3281321"/>
            <a:ext cx="85834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/>
              <a:t>Bullet head</a:t>
            </a:r>
            <a:endParaRPr lang="en-US" sz="3600" dirty="0"/>
          </a:p>
        </p:txBody>
      </p:sp>
      <p:sp>
        <p:nvSpPr>
          <p:cNvPr id="7" name="content3">
            <a:extLst>
              <a:ext uri="{FF2B5EF4-FFF2-40B4-BE49-F238E27FC236}">
                <a16:creationId xmlns:a16="http://schemas.microsoft.com/office/drawing/2014/main" id="{BAB09B8F-FCBE-446C-89AD-F3E542DDA470}"/>
              </a:ext>
            </a:extLst>
          </p:cNvPr>
          <p:cNvSpPr txBox="1"/>
          <p:nvPr/>
        </p:nvSpPr>
        <p:spPr>
          <a:xfrm>
            <a:off x="382842" y="5566061"/>
            <a:ext cx="8583484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8" name="head3">
            <a:extLst>
              <a:ext uri="{FF2B5EF4-FFF2-40B4-BE49-F238E27FC236}">
                <a16:creationId xmlns:a16="http://schemas.microsoft.com/office/drawing/2014/main" id="{7F46E3E4-B57E-4E3B-ABC9-C8472D45B500}"/>
              </a:ext>
            </a:extLst>
          </p:cNvPr>
          <p:cNvSpPr txBox="1"/>
          <p:nvPr/>
        </p:nvSpPr>
        <p:spPr>
          <a:xfrm>
            <a:off x="388238" y="4900731"/>
            <a:ext cx="8588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/>
              <a:t>Bullet head</a:t>
            </a:r>
            <a:endParaRPr lang="en-US" sz="3600" dirty="0"/>
          </a:p>
        </p:txBody>
      </p:sp>
      <p:sp>
        <p:nvSpPr>
          <p:cNvPr id="4" name="subtopic">
            <a:extLst>
              <a:ext uri="{FF2B5EF4-FFF2-40B4-BE49-F238E27FC236}">
                <a16:creationId xmlns:a16="http://schemas.microsoft.com/office/drawing/2014/main" id="{216BD8E4-BE8C-48D9-AFBB-D6093A341E66}"/>
              </a:ext>
            </a:extLst>
          </p:cNvPr>
          <p:cNvSpPr txBox="1"/>
          <p:nvPr/>
        </p:nvSpPr>
        <p:spPr>
          <a:xfrm>
            <a:off x="382842" y="202185"/>
            <a:ext cx="1086305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sz="3600" dirty="0"/>
              <a:t>Subpoint</a:t>
            </a:r>
          </a:p>
        </p:txBody>
      </p:sp>
    </p:spTree>
    <p:extLst>
      <p:ext uri="{BB962C8B-B14F-4D97-AF65-F5344CB8AC3E}">
        <p14:creationId xmlns:p14="http://schemas.microsoft.com/office/powerpoint/2010/main" val="349595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13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Vinayak Chetiyar</dc:creator>
  <cp:lastModifiedBy>Vinayak Chetiyar</cp:lastModifiedBy>
  <cp:revision>7</cp:revision>
  <dcterms:created xsi:type="dcterms:W3CDTF">2026-06-12T08:02:35Z</dcterms:created>
  <dcterms:modified xsi:type="dcterms:W3CDTF">2026-08-02T05:44:23Z</dcterms:modified>
</cp:coreProperties>
</file>