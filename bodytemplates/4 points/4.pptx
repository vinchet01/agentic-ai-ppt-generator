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E3E5-6977-44E0-8592-BF8EB8A2F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EF908-32B9-46E4-B9CC-17AE53D23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615CA-F05F-4B83-8032-35CD7D6C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B3E9-EE95-48BA-AB71-5AE750AF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28AF0-4276-44EA-9049-50D7A3A9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6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0BEE-D9CF-48F3-989E-4009F6DF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57DC7-E402-4687-9023-C299D7849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B3017-251F-406B-A4E3-6B298C86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6CFC7-7A31-4683-B7F5-419324601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C1DA-042D-41D2-910C-B7942574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A67E-6320-4BE9-AA6C-CDAFA7BC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AE723-6E70-4F8C-A586-AF8B6E0D6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637E5-99FC-4FCE-9BE1-66CB261A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41418-3674-402B-A4FC-03D74E0A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6E27E-B06B-41B8-AC4F-B9B63A75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8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291B-F0AA-413F-8982-1BC6EE8F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3FEC-477C-463A-87D5-F1C4676D5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45363-F5C3-4618-9DC2-A1B774C40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EF530-845E-4AE1-AAC9-6011F5D2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DF5D0-E752-43DE-8B6C-F54A217C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52646-1DD6-42C0-BCF9-0DEDA1DC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6850-25CF-4216-8B1C-6A712F29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D8B08-C174-402D-A1B6-1301B0476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61449-17E4-4FAD-B5BD-24F785E54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871F4-C5B7-4C9A-86A1-0CCE6660E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2490D-E813-40E8-965D-43E282CD3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EE6D5-0ABB-4B48-BFB2-E60DFCD3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6178C-5A86-4004-B0AA-70AEC559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1385D-190B-4B54-8C41-55C37E92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2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C5EB8-C330-4650-86A4-63BDF229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63CDA-1624-42F5-9177-78CB52E9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CEE63-09E2-45BF-AEE8-AA8C639F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D8887-9A63-4C9E-A390-5F1F361E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8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056C5-6D28-461B-A4DC-5C015B70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09437-CD6D-4C7C-A692-A4440393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B4ADC-0C4A-4B71-BC07-40D33FB9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7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9E9E-D0DB-4C38-8BF9-BC94EC392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20AD-11C8-4DDE-A399-7203884D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95261-AFE7-4093-A815-7E8E59B0A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21CBA-F10C-46B4-8318-3C77B32C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EAFC-F209-4B60-A6D9-8A4BD08D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8E5B1-C383-44E9-8CDC-69617A85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B85E-BB6A-4B73-B19D-5D85E986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82ABFE-B8D2-456B-A7EC-A03F3FA30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C57CA-7190-4C93-9BD5-D9D08CADB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D4D6-D4E6-49D1-B164-8029E8E9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4EE0D-2780-4C7B-8CB0-11DD08B0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541F9-0C1D-44DA-AFC9-6807F547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6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85B4-1FD7-4343-A67B-479F3A15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77DE1-32FC-4D3B-8938-E7F695570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D8F43-F065-413F-B526-41CB78456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4BC44-66D8-40F1-9183-33EBFA9E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5529-2B07-4C14-ACEE-B4B644D7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3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CFB38-9CFA-45EF-AA9B-4C191520F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CAED1-98CF-4567-A56A-2419200E9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77FA2-14E8-400D-90ED-8F0A9DB2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1C77-E8F0-4DC8-87CC-794128D3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1659-F301-441F-9089-7BEF69FA4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5E7DA-B463-4029-80DC-F92049C82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76B22-230A-46AB-8067-25A26A44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6075-D5F4-4241-8E40-A2D6200AA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87C58-514E-433C-B031-87B44C211B1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B9B0-E42B-4A83-B27E-92CC2F4C1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B2938-E074-41A4-8BC0-84BA3B2D8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7C31A-E6FC-4BFA-9784-8111648F4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7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1">
            <a:extLst>
              <a:ext uri="{FF2B5EF4-FFF2-40B4-BE49-F238E27FC236}">
                <a16:creationId xmlns:a16="http://schemas.microsoft.com/office/drawing/2014/main" id="{54FB0FDB-46CC-42BE-A833-C89184E3471E}"/>
              </a:ext>
            </a:extLst>
          </p:cNvPr>
          <p:cNvSpPr txBox="1"/>
          <p:nvPr/>
        </p:nvSpPr>
        <p:spPr>
          <a:xfrm>
            <a:off x="350251" y="3043533"/>
            <a:ext cx="571315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3" name="head1">
            <a:extLst>
              <a:ext uri="{FF2B5EF4-FFF2-40B4-BE49-F238E27FC236}">
                <a16:creationId xmlns:a16="http://schemas.microsoft.com/office/drawing/2014/main" id="{18484F3A-33E9-4106-BBE3-C35CDE75E4F4}"/>
              </a:ext>
            </a:extLst>
          </p:cNvPr>
          <p:cNvSpPr txBox="1"/>
          <p:nvPr/>
        </p:nvSpPr>
        <p:spPr>
          <a:xfrm>
            <a:off x="350251" y="2441330"/>
            <a:ext cx="5745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4" name="content3">
            <a:extLst>
              <a:ext uri="{FF2B5EF4-FFF2-40B4-BE49-F238E27FC236}">
                <a16:creationId xmlns:a16="http://schemas.microsoft.com/office/drawing/2014/main" id="{7ED6F132-1EC3-4F89-ACC9-391787BE6AE2}"/>
              </a:ext>
            </a:extLst>
          </p:cNvPr>
          <p:cNvSpPr txBox="1"/>
          <p:nvPr/>
        </p:nvSpPr>
        <p:spPr>
          <a:xfrm>
            <a:off x="415434" y="5525002"/>
            <a:ext cx="56479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5" name="head3">
            <a:extLst>
              <a:ext uri="{FF2B5EF4-FFF2-40B4-BE49-F238E27FC236}">
                <a16:creationId xmlns:a16="http://schemas.microsoft.com/office/drawing/2014/main" id="{1EC6BFD2-A54A-4CFB-BE32-CB35F7C65D66}"/>
              </a:ext>
            </a:extLst>
          </p:cNvPr>
          <p:cNvSpPr txBox="1"/>
          <p:nvPr/>
        </p:nvSpPr>
        <p:spPr>
          <a:xfrm>
            <a:off x="382842" y="4952327"/>
            <a:ext cx="5680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6" name="content2">
            <a:extLst>
              <a:ext uri="{FF2B5EF4-FFF2-40B4-BE49-F238E27FC236}">
                <a16:creationId xmlns:a16="http://schemas.microsoft.com/office/drawing/2014/main" id="{228BCD66-C14B-42CD-A438-BC7AA99965CD}"/>
              </a:ext>
            </a:extLst>
          </p:cNvPr>
          <p:cNvSpPr txBox="1"/>
          <p:nvPr/>
        </p:nvSpPr>
        <p:spPr>
          <a:xfrm>
            <a:off x="6374296" y="3043533"/>
            <a:ext cx="514839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7" name="head2">
            <a:extLst>
              <a:ext uri="{FF2B5EF4-FFF2-40B4-BE49-F238E27FC236}">
                <a16:creationId xmlns:a16="http://schemas.microsoft.com/office/drawing/2014/main" id="{CD5BF12C-71C8-4652-9154-19F255752D5D}"/>
              </a:ext>
            </a:extLst>
          </p:cNvPr>
          <p:cNvSpPr txBox="1"/>
          <p:nvPr/>
        </p:nvSpPr>
        <p:spPr>
          <a:xfrm>
            <a:off x="6341705" y="2441330"/>
            <a:ext cx="5180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9" name="head4">
            <a:extLst>
              <a:ext uri="{FF2B5EF4-FFF2-40B4-BE49-F238E27FC236}">
                <a16:creationId xmlns:a16="http://schemas.microsoft.com/office/drawing/2014/main" id="{B5F1E050-5BFC-480A-9E92-7665641E2034}"/>
              </a:ext>
            </a:extLst>
          </p:cNvPr>
          <p:cNvSpPr txBox="1"/>
          <p:nvPr/>
        </p:nvSpPr>
        <p:spPr>
          <a:xfrm>
            <a:off x="6341705" y="4952327"/>
            <a:ext cx="5180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21" name="content4">
            <a:extLst>
              <a:ext uri="{FF2B5EF4-FFF2-40B4-BE49-F238E27FC236}">
                <a16:creationId xmlns:a16="http://schemas.microsoft.com/office/drawing/2014/main" id="{CFBB8D88-C46B-4BFD-95E5-3CD2F79AB4A3}"/>
              </a:ext>
            </a:extLst>
          </p:cNvPr>
          <p:cNvSpPr txBox="1"/>
          <p:nvPr/>
        </p:nvSpPr>
        <p:spPr>
          <a:xfrm>
            <a:off x="6374296" y="5537102"/>
            <a:ext cx="514839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27" name="subtopic">
            <a:extLst>
              <a:ext uri="{FF2B5EF4-FFF2-40B4-BE49-F238E27FC236}">
                <a16:creationId xmlns:a16="http://schemas.microsoft.com/office/drawing/2014/main" id="{1FC39E55-DAC2-4D18-8701-DF4E171179AC}"/>
              </a:ext>
            </a:extLst>
          </p:cNvPr>
          <p:cNvSpPr txBox="1"/>
          <p:nvPr/>
        </p:nvSpPr>
        <p:spPr>
          <a:xfrm>
            <a:off x="168257" y="330442"/>
            <a:ext cx="1056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4047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4</cp:revision>
  <dcterms:created xsi:type="dcterms:W3CDTF">2026-07-19T11:44:34Z</dcterms:created>
  <dcterms:modified xsi:type="dcterms:W3CDTF">2026-08-02T05:44:04Z</dcterms:modified>
</cp:coreProperties>
</file>