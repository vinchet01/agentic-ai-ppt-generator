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F0D0-FEB6-4445-A732-171AC7347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468EC-E954-4580-8F92-6A793263A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9D1F-298F-4C15-AA03-FD3F16CA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6ECB5-A7F3-4034-B9F8-6B38B085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8A52C-3A6C-4B0D-93A5-92D24D0E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9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3FBA-1DCC-484B-AC68-AB1B5DED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9D3D7-83E0-42E7-9A7B-B4339F75D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86A5A-43B6-4B3B-A4E9-43DC6CD7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3AA96-A171-494B-8738-B5405196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99CD-89CF-4207-94A2-33AB82B7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4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B0D0-3B74-43DA-9CDA-F30106E8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5633D-8376-48E7-93F0-650C00CE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72EF1-0995-4F35-A5BE-293710ED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8D8E9-0280-446A-828D-F6E21A61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1971C-D8D1-4D79-9639-3E47E1BF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1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6C30-82E4-4615-BB78-4ADD6CEB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6403F-81E5-4E27-B803-9FB02EE6D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A9868-2151-45AA-978E-A5AA8C5B6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AAEA2-F401-49A9-AC21-E37B918A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9D50B-1057-4990-B4D6-1749FC7F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DA2A2-486F-4430-B094-F219FAEA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7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E961-74D8-4B63-A284-DE78D436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53485-918A-4E05-A65A-5A16A6929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91268-FF4E-4CD9-993F-F5E0A0E2B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6944F-8110-411D-9EA5-FD3440CB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A91A4-5C51-4906-B083-6D45E08F6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2209E-D0BB-4B11-9DEA-72AB4D0F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D2563-DA00-4D3B-8ECE-1CF75B28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E7E60-7C69-42C0-941F-93D6F0ED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2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5EDC-5903-49EE-A9C4-4CB02B18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320D3-BA46-4ACB-ACFF-974D9749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B018B-D8D5-4E09-883E-FD386270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63BC6-EFDA-4EE6-BBF2-C978B19C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6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F64D0-FC86-4039-8BDA-95BCF620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BDB3A-DBA2-4C81-858B-5287450C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5CD18-28BD-4787-A302-0184C724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92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61A6-EC4C-47EA-BD2F-38F37619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B1C4-3DF5-47FE-9C5D-94A158793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8B7AA-CB78-4B5E-B659-3C0499CC7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A576C-1163-4BF8-BF5F-3A044FFC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A78A5-FD3F-4179-AC6A-7EA7861D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71330-CD59-40AC-B85C-A6743979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9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1C09-E3FE-4887-9F4E-74673E1C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6C05C-F181-4E8B-A939-745EFF4BF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7F9FE-225A-41B9-B649-204CFF560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B45DF-94AA-4D10-BCA5-59812C39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11319-F7F0-4856-A378-32F32F14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D54F4-FE3F-4F07-AB51-5807DA1D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0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B508-6814-4BEC-A3B3-526969C0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D8C3A-7E0C-4F03-A5ED-9646C981C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2978D-1586-46B3-8943-5823A31E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510A-3964-4D5B-AB6D-25115B87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3E3BE-5F6E-4F5E-AB33-1D2D8269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3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7C736-CF12-41FB-8529-42E726FE1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4219D-BCC7-49FB-970E-D127E40F3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7AA6-65C8-4A29-8371-910F576B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0668-ABFC-4B0B-A39A-10F4F6546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E3BD3-EE0E-4471-B43A-1ADE8E9B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0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09643-ACB4-4198-9531-5707CBEC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FA40D-67D9-46FD-BC3D-EAA27A16B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73BC5-BBC8-44F1-BD96-CE40DC646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B319-7FE2-430F-B600-99146EDF82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0EA92-B8FB-4668-AC07-CC5F004F2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3CCB0-C791-40B9-82DF-30219FBAE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7629B-E15D-46E8-B5DC-7C5A3D9F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clusion-line">
            <a:extLst>
              <a:ext uri="{FF2B5EF4-FFF2-40B4-BE49-F238E27FC236}">
                <a16:creationId xmlns:a16="http://schemas.microsoft.com/office/drawing/2014/main" id="{3F2BFDD8-8459-4FE6-A381-38F0E1D8B287}"/>
              </a:ext>
            </a:extLst>
          </p:cNvPr>
          <p:cNvSpPr txBox="1"/>
          <p:nvPr/>
        </p:nvSpPr>
        <p:spPr>
          <a:xfrm>
            <a:off x="4097866" y="1117600"/>
            <a:ext cx="809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Thank you statement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9507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4</cp:revision>
  <dcterms:created xsi:type="dcterms:W3CDTF">2026-05-09T09:38:21Z</dcterms:created>
  <dcterms:modified xsi:type="dcterms:W3CDTF">2026-06-08T14:45:01Z</dcterms:modified>
</cp:coreProperties>
</file>