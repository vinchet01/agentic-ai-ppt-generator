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90C9-302C-4511-BBEA-0D28FC071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07889-2401-48D9-ADBC-3937E30BE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80BEF-4CBC-4063-8E95-EC114F297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80212-B657-42A2-BB03-C7612B9A9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FFDBC-054B-40DE-8AE5-F4B2369F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2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4CC6-58D7-4D26-9150-8EFF8584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2FBF5-52BB-4658-A0AB-4010AA7D8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3D9C6-D0FE-4140-AADA-FCA7AB916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2F653-B6DB-4245-848A-AD7ADAC31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D8E1C-BA35-4C72-A79E-7FDED00F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3046-4F51-435A-93CC-755290082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CB06D-3495-43FF-AD5C-F540EFC1E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00A5B-1E41-4C17-9844-D3F5C308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0AFC4-6F40-4C44-969F-C1DE1CC1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0CFA-EDA5-4E76-B9F5-1C0E8B57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24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85E7D-8A74-4E9B-9389-4B1CE2DF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7C0F4-190B-4992-AD62-058EF015F5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9D8EA-05F5-4DB0-B63C-D45C1693A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36C10-4647-421D-8705-4C373288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AFFA3-1810-4AC4-A8CE-EC13D629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B73DE-BE43-4468-8B45-ADF2347D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61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81864-E684-4E3D-982C-8E7E3D8F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690C5-B6E2-48C1-990C-A6A423249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89FFC-30CD-4DF7-8852-A29485AB1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321D3-9632-4542-B9C3-D16221BDA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48E530-E0FE-45BC-8F6F-916ECB5D1E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88950-91FF-470F-8ABF-28C58E3C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B5EAE-CD18-420C-B8EF-6D27A8F6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A4B396-4832-4704-8B80-AC15DA1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71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8F0A-AF6F-4A1E-9828-761DA6BBA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A05B1-ADEF-4554-876B-877B70E95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77D35-1059-4E02-BEBA-405E2C3C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D44D8-8972-4AF9-A6C0-75B9AF36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78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4021F-8515-4618-A389-BEF31650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38D3B-49EB-496F-A81B-2866F2D9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6D5C5-ACFA-41BC-A960-DD583F7F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4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51EA0-7864-43DE-8AF7-BE3F0E88C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FFE89-E3E2-4F51-A10B-3B53154E3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48450-4173-400A-B758-F0EC25512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17A4B-58EA-42D8-8C02-4C081E2B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14528-C80F-435D-97E4-28ED43ED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B87F9-D92C-47EE-B6FB-2BC27144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0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22151-BC9A-4D1E-BF3F-4B3B56EBD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67D0F7-8BFD-4C3C-959B-6A37F611B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06EBB-37AC-446C-B842-FD569AB67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6A8BB-199F-4DC3-A946-6A78B728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3058C-D8A5-4D7E-BE98-805D2C6F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43E65-7CA9-434D-B24B-EE411E85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81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C086-616F-410A-BE39-B36C1E58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BBCD9-117F-428E-B7C8-088495EC5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8C714-D78E-4DF8-8589-5FEBD33E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2D287-D73B-499B-97E8-2254288D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76FD3-F9C7-43D8-AFFE-EC97D0480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0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7100B-1546-4669-9AD8-D8D342D40B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D2B4E-1E1B-4832-B1DA-B9433D02F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81C68-D84E-483E-93E1-CB5BE82F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91869-F330-4260-AA89-C64988E8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A1B3D-7B94-422C-9ACE-B97E37D0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66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5DEB49-363F-4CEA-A1A9-26C496ABD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70510-9E06-4E14-8213-8807A1836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5D61F-D4CC-41DF-8AEA-B9A2A58518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7A920-A857-4D00-A1BF-EB0F0EE34BC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E9959-D687-4EDE-B6B8-6506FFD57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C2B78-A6B1-4B8C-9946-32888A4ED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0DC62-5075-4083-9B35-BBFBC92E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9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1">
            <a:extLst>
              <a:ext uri="{FF2B5EF4-FFF2-40B4-BE49-F238E27FC236}">
                <a16:creationId xmlns:a16="http://schemas.microsoft.com/office/drawing/2014/main" id="{6872D722-BE80-44B5-9641-C246F51FCC60}"/>
              </a:ext>
            </a:extLst>
          </p:cNvPr>
          <p:cNvSpPr txBox="1"/>
          <p:nvPr/>
        </p:nvSpPr>
        <p:spPr>
          <a:xfrm>
            <a:off x="382842" y="3972013"/>
            <a:ext cx="3500045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5" name="head1">
            <a:extLst>
              <a:ext uri="{FF2B5EF4-FFF2-40B4-BE49-F238E27FC236}">
                <a16:creationId xmlns:a16="http://schemas.microsoft.com/office/drawing/2014/main" id="{32872A9E-9BCA-45E9-9C94-6802A0A60253}"/>
              </a:ext>
            </a:extLst>
          </p:cNvPr>
          <p:cNvSpPr txBox="1"/>
          <p:nvPr/>
        </p:nvSpPr>
        <p:spPr>
          <a:xfrm>
            <a:off x="382842" y="2767281"/>
            <a:ext cx="3500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6" name="content2">
            <a:extLst>
              <a:ext uri="{FF2B5EF4-FFF2-40B4-BE49-F238E27FC236}">
                <a16:creationId xmlns:a16="http://schemas.microsoft.com/office/drawing/2014/main" id="{699F75A2-FBD7-40FD-A76B-F340D8903CD9}"/>
              </a:ext>
            </a:extLst>
          </p:cNvPr>
          <p:cNvSpPr txBox="1"/>
          <p:nvPr/>
        </p:nvSpPr>
        <p:spPr>
          <a:xfrm>
            <a:off x="4255169" y="3972015"/>
            <a:ext cx="3480175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7" name="head2">
            <a:extLst>
              <a:ext uri="{FF2B5EF4-FFF2-40B4-BE49-F238E27FC236}">
                <a16:creationId xmlns:a16="http://schemas.microsoft.com/office/drawing/2014/main" id="{E80B852B-7E26-4197-83B1-EB71E87540F7}"/>
              </a:ext>
            </a:extLst>
          </p:cNvPr>
          <p:cNvSpPr txBox="1"/>
          <p:nvPr/>
        </p:nvSpPr>
        <p:spPr>
          <a:xfrm>
            <a:off x="4240695" y="2782669"/>
            <a:ext cx="3494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8" name="content3">
            <a:extLst>
              <a:ext uri="{FF2B5EF4-FFF2-40B4-BE49-F238E27FC236}">
                <a16:creationId xmlns:a16="http://schemas.microsoft.com/office/drawing/2014/main" id="{C9450B9B-6A14-42A2-BE3F-E6698019B0C5}"/>
              </a:ext>
            </a:extLst>
          </p:cNvPr>
          <p:cNvSpPr txBox="1"/>
          <p:nvPr/>
        </p:nvSpPr>
        <p:spPr>
          <a:xfrm>
            <a:off x="8309114" y="3972014"/>
            <a:ext cx="3494649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9" name="head3">
            <a:extLst>
              <a:ext uri="{FF2B5EF4-FFF2-40B4-BE49-F238E27FC236}">
                <a16:creationId xmlns:a16="http://schemas.microsoft.com/office/drawing/2014/main" id="{1DE3CD1E-32E7-4447-9C44-32202BE719E0}"/>
              </a:ext>
            </a:extLst>
          </p:cNvPr>
          <p:cNvSpPr txBox="1"/>
          <p:nvPr/>
        </p:nvSpPr>
        <p:spPr>
          <a:xfrm>
            <a:off x="8309115" y="2767281"/>
            <a:ext cx="3494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10" name="subtopic">
            <a:extLst>
              <a:ext uri="{FF2B5EF4-FFF2-40B4-BE49-F238E27FC236}">
                <a16:creationId xmlns:a16="http://schemas.microsoft.com/office/drawing/2014/main" id="{51E6C334-D195-4CE4-9CC0-068CF0E06052}"/>
              </a:ext>
            </a:extLst>
          </p:cNvPr>
          <p:cNvSpPr txBox="1"/>
          <p:nvPr/>
        </p:nvSpPr>
        <p:spPr>
          <a:xfrm>
            <a:off x="382842" y="692516"/>
            <a:ext cx="1086305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3600" dirty="0"/>
              <a:t>Subpoint</a:t>
            </a:r>
          </a:p>
        </p:txBody>
      </p:sp>
    </p:spTree>
    <p:extLst>
      <p:ext uri="{BB962C8B-B14F-4D97-AF65-F5344CB8AC3E}">
        <p14:creationId xmlns:p14="http://schemas.microsoft.com/office/powerpoint/2010/main" val="2566656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Chetiyar</dc:creator>
  <cp:lastModifiedBy>Vinayak Chetiyar</cp:lastModifiedBy>
  <cp:revision>2</cp:revision>
  <dcterms:created xsi:type="dcterms:W3CDTF">2026-08-07T13:05:52Z</dcterms:created>
  <dcterms:modified xsi:type="dcterms:W3CDTF">2026-08-07T13:07:34Z</dcterms:modified>
</cp:coreProperties>
</file>