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12C5E-CB94-4E41-A5E0-90E9B759E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369A02-C273-4931-8C6A-E9C54D59B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83785-5A27-44B0-AA11-F65C239CE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CDCC8F-EC02-4704-A730-BDE96266B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75ACC-44B9-4DE6-875D-CF2B8C419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34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9F244-5DE4-4A4F-A5F4-93F51D1A9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62E05-A88F-4504-876C-00B195C05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5048D-91C0-4205-B7F4-07B85A04A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C646B-A8DE-4E9A-A5B3-34488CD7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07C15-1991-4DE8-B2AE-CCB49904D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327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63A0-7E8D-48D1-9018-5520D723D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B3F24-E507-4699-8489-6A8036CE3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3E42D-83C3-4B9F-A5D8-440ABAE64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EC7ED-C2A0-4CC5-ABEE-DF8A8C709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17C20-2CCA-408E-93F1-0B2B1FCBA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058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9D7E6-8AB2-4BFE-846E-0154C9B1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817C4-2621-41F8-9148-8F4A29C0D8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232006-0E59-4E1A-BF44-E036A62E2B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FB9241-8EDB-422C-84D9-81EA69BF9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5ECAA-6651-4187-B4E9-9A76D7911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73265-8106-41C6-86D7-F6B52EDA2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94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E150-509E-4592-9ED5-23BCE8271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F3A44-E85F-4122-B43C-A9C839CC3A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6437D-FC69-4D8A-92DC-8B853D05E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D97519-9D06-4FB3-BB5A-14A5E6AB70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E1E303-E909-40CF-B60B-ED9135B388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3EA6D-ED87-466F-9CEB-2DE324EDC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5DE4A7-F09E-4A4B-844B-B042637D2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1268C8-3BBD-4145-8B27-CA25445B9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568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7C075-11E2-4EC9-A767-CEA247D64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9F131B-EBCB-4C5A-967B-ACB261911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C94129-8376-4251-A85E-64F945E6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A9FAE-B653-4074-BCB5-1DF78F737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66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2CC3D9-F34B-46CA-9E83-091F6E115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ACA126-39CD-46C2-813A-BDEAE6598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35A36-2C8F-4243-A42C-94312645B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5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CDE40-5903-47C2-9E9E-620618764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7A813-42E2-4E7D-85C2-363ECE3E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3E3557-AF24-4CDC-9117-EE602CBBCA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4768AB-562D-4479-9FF3-C8AB68EA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36A3B-7793-434C-801A-A420F90BB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37319-E94F-4B92-ABB3-C7946C388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492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4B2DF-5583-4EBA-9903-7A9D2667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0D38E5-B5C1-4143-8D9E-4BE2A3B481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9B9A7-AB96-4476-B882-AA8DB2C67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7159F-DBFD-4375-ADDE-4090244ED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4B8E6-0F22-49B2-A8AE-5A0D4DC69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12E0D7-C892-4033-8CF1-71B95F4A9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64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528D1-DA02-4734-8111-79C4B108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03589E-EFFA-4A5C-9C83-13DE268B20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4268B-D99E-41ED-AF20-AB0D9441F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6CE2E-619B-49B4-9FF7-F09C7B6B4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690CC-55D8-42E9-B430-BB05DFD31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07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1CD753-193C-415D-91F3-66D63356E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205B26-1A5B-4529-92AB-C4CDB3C302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5D2FD-6784-4D9A-B5BB-FE3D31F39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88F483-A896-4707-BB4C-976DCCC43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9ADF5-D54C-4010-8CD6-4DB1026C9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587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151314-E4C3-4EF2-81C2-2F32670D0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630DF-4286-462E-AB31-6C173628D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C144B8-F2E3-46E7-B9B2-FA36021C71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F13875-5B45-4F9D-9285-E7BA85CFB8AD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483D35-3D65-4131-A7C7-ED82135D48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4D7D-0384-49C9-9325-02BA936F0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73372B-642F-498F-8B48-4590770635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194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/>
              <a:t>Title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812016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2</cp:revision>
  <dcterms:created xsi:type="dcterms:W3CDTF">2026-07-19T12:25:16Z</dcterms:created>
  <dcterms:modified xsi:type="dcterms:W3CDTF">2026-07-25T10:26:27Z</dcterms:modified>
</cp:coreProperties>
</file>