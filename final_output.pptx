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">
            <a:extLst>
              <a:ext uri="{FF2B5EF4-FFF2-40B4-BE49-F238E27FC236}">
                <a16:creationId xmlns:a16="http://schemas.microsoft.com/office/drawing/2014/main" id="{68F43B52-1B45-4C34-8475-5DF70371FDD0}"/>
              </a:ext>
            </a:extLst>
          </p:cNvPr>
          <p:cNvSpPr txBox="1"/>
          <p:nvPr/>
        </p:nvSpPr>
        <p:spPr>
          <a:xfrm>
            <a:off x="925688" y="2630311"/>
            <a:ext cx="10679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famous foods in USA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U.S. features iconic dishes like New England clam chowder and Kansas City barbecue, showcasing its diverse culinary heritage shaped by history and geography.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Regional Culinary Icons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American cuisine evolves through global integration, with Tex-Mex in the Southwest and Asian flavors in cities like San Francisco enriching the culinary landscape.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Global Influences on American Cuisine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Dishes such as Louisiana gumbo and New England lobster rolls celebrate local ingredients and reflect the cultural traditions of their regions.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Distinct Regional Specialties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Celebrating Food Festivals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Annual events like the National Shrimp Festival promote regional dishes, fostering community engagement and highlighting the significance of food in American culture.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Regional Icons: Exploring America's Culinary Diversity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Originating from Buffalo, New York, these spicy wings served with blue cheese dip are a sports bar staple, especially during the Super Bowl, reflecting America's love for bold flavors.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Buffalo Wings Delight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With over 50 billion hamburgers consumed annually, this iconic dish leads the list of popular American foods, highlighting its status as a beloved comfort food across the nation.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America's Burger Obsession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Dishes like New England clam chowder, Louisiana gumbo, and Chicago deep-dish pizza showcase local ingredients and cultural heritage, making food travel a popular trend for authentic experiences.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Regional Culinary Treasures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Growing Food Travel Trend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Travelers are increasingly seeking regional specialties to connect with local culture, supported by a rise in restaurants focusing on authentic culinary experiences.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Signature Dishes: The Must-Try Foods Across the USA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ending">
            <a:extLst>
              <a:ext uri="{FF2B5EF4-FFF2-40B4-BE49-F238E27FC236}">
                <a16:creationId xmlns:a16="http://schemas.microsoft.com/office/drawing/2014/main" id="{3F2BFDD8-8459-4FE6-A381-38F0E1D8B287}"/>
              </a:ext>
            </a:extLst>
          </p:cNvPr>
          <p:cNvSpPr txBox="1"/>
          <p:nvPr/>
        </p:nvSpPr>
        <p:spPr>
          <a:xfrm>
            <a:off x="4097866" y="1117600"/>
            <a:ext cx="80941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Thank you for exploring famous foods in USA.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