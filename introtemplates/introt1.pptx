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8D5A9-CAB8-4881-BB8E-66121CA607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848A85-7D1A-4DBE-B268-3B45E4ADB6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B8787-65D5-4460-91C8-EF30DBA66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D69D6-D5FA-4993-8500-B159E759813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C59F5-94D3-4B21-9900-FC8057052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42C59-C163-4736-AFD3-8D373076F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2B371-8D01-4961-95A5-36549130F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405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8DE08-6A8E-4739-BE7D-FFB75A65C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CA14D-EC49-4129-B738-B5F83EA3E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A920B-61FC-4D30-9FDB-718562642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D69D6-D5FA-4993-8500-B159E759813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70A2C-2DFC-47EC-9F91-90353C450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A33A6-9207-4C42-A768-94EBD61F3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2B371-8D01-4961-95A5-36549130F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7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FF47C-8538-4286-8872-C097B5D4A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767EA9-E275-4E5F-9466-5632D58EE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94FB3-7F0A-43C4-97E8-A02739CEB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D69D6-D5FA-4993-8500-B159E759813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149FF-21BF-4388-8D21-785F702F9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CF226-E9E4-46A0-8110-74871D288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2B371-8D01-4961-95A5-36549130F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985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B8E91-BB8C-4047-A75C-3C083A016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75801-D0AE-4FF6-9814-50F0AD38C4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162976-C9AD-4968-83FF-291AC9812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51915F-F912-4566-992F-1B6CE4F74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D69D6-D5FA-4993-8500-B159E759813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CC066F-7D7F-403B-A99B-5A72837F8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2049C-3FF5-49F6-AE99-F429510EE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2B371-8D01-4961-95A5-36549130F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709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AD8E7-5D50-4087-BF76-655C4E45E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7EA20-9D9A-4BC9-853D-E9832F6A1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DA3E45-48A3-4C5D-A76E-49E66CD95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19FF01-5601-459C-9637-3B9EB897CB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8C3406-DBB5-403B-B89D-B2276AE5C5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526E1B-6674-4267-925A-17785B1F8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D69D6-D5FA-4993-8500-B159E759813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1DCAEB-14CB-4E2A-94B1-FEE51A8A8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899B0F-2FAD-4185-8A4F-41EB65B6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2B371-8D01-4961-95A5-36549130F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97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DAB8D-148E-43B8-AE49-9B40A2382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4F2D7C-E639-4985-B22D-98A1C294C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D69D6-D5FA-4993-8500-B159E759813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685322-FA81-4AAB-BA9D-51262D386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67CDC2-8091-475D-BDDE-53F8010A6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2B371-8D01-4961-95A5-36549130F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86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DC7245-C8C2-4AC8-9DAA-1B840094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D69D6-D5FA-4993-8500-B159E759813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A61C12-1F5A-4A73-9A5E-3539C8143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84CE8-5408-46E0-BCEF-48F35DEDF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2B371-8D01-4961-95A5-36549130F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892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8C8CC-2D81-41A4-8486-70C112F5C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695C8-C8F6-4AAE-B809-D2353EF7E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D5F329-FBDA-4FE0-9641-ECB7C2645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D0EBEE-008A-467A-A6E5-2B786888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D69D6-D5FA-4993-8500-B159E759813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7E7FD-4FB1-498E-92A1-68702C222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7D2823-0C1A-4FCB-AB6C-660458ABF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2B371-8D01-4961-95A5-36549130F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25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E2547-0569-47F9-A140-ABC6188F6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B3AFD0-ACCF-4D57-8FE6-BFCEF1B4CD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6B8D82-53F3-46E1-9053-7BDA42545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FDD10-8ABE-44A0-8D78-80EE91188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D69D6-D5FA-4993-8500-B159E759813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FEF157-1F02-4194-807E-9BC4D43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A4BB59-9C93-41ED-8DDC-51F1C302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2B371-8D01-4961-95A5-36549130F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758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8056A-5C7A-483C-807E-BE73A6DFE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D8318E-77E2-483D-8EBA-2661B801E8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CA3D1-1324-478D-BE5C-21BB9F534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D69D6-D5FA-4993-8500-B159E759813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C8200-EA0F-4A11-893D-C3CF50C9B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E80D5-E433-4D5C-90E3-29CD062BA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2B371-8D01-4961-95A5-36549130F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437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12305B-99E9-4CF2-852B-2379968FD2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99E16C-3822-4A69-AF98-2591AA50B8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A1165-AD9A-4A8F-BE06-4E8352BDB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D69D6-D5FA-4993-8500-B159E759813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2DA96-AD4C-4433-AD72-3EB58CF50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B2954-5053-428A-82A6-5D1BAB1AB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2B371-8D01-4961-95A5-36549130F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003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01A271-223D-4093-887F-0327AE82D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BE92A-2BDB-43C0-8B9A-298875601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A3684-321D-41AD-8E4E-8114EC854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3D69D6-D5FA-4993-8500-B159E759813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9172B-B7A7-4AB0-A045-1D5E34CF8A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AC96A-CF67-4ED6-9E4D-973662D8E7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2B371-8D01-4961-95A5-36549130F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984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8F43B52-1B45-4C34-8475-5DF70371FDD0}"/>
              </a:ext>
            </a:extLst>
          </p:cNvPr>
          <p:cNvSpPr txBox="1"/>
          <p:nvPr/>
        </p:nvSpPr>
        <p:spPr>
          <a:xfrm>
            <a:off x="925688" y="2630311"/>
            <a:ext cx="1067928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dirty="0"/>
              <a:t>Title of Topic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3924588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Vinayak Chetiyar</dc:creator>
  <cp:lastModifiedBy>Vinayak Chetiyar</cp:lastModifiedBy>
  <cp:revision>3</cp:revision>
  <dcterms:created xsi:type="dcterms:W3CDTF">2026-05-09T09:35:32Z</dcterms:created>
  <dcterms:modified xsi:type="dcterms:W3CDTF">2026-05-12T13:16:08Z</dcterms:modified>
</cp:coreProperties>
</file>