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">
            <a:extLst>
              <a:ext uri="{FF2B5EF4-FFF2-40B4-BE49-F238E27FC236}">
                <a16:creationId xmlns:a16="http://schemas.microsoft.com/office/drawing/2014/main" id="{68F43B52-1B45-4C34-8475-5DF70371FDD0}"/>
              </a:ext>
            </a:extLst>
          </p:cNvPr>
          <p:cNvSpPr txBox="1"/>
          <p:nvPr/>
        </p:nvSpPr>
        <p:spPr>
          <a:xfrm>
            <a:off x="925688" y="2630311"/>
            <a:ext cx="10679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Sea of thieves pc game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introduction of the "Tall Tales" campaign shifted gameplay from competitive to cooperative, enhancing player engagement through story-driven quests.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Narrative-Driven Gameplay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Players can choose to cooperate or compete, leading to unique experiences and organic discovery of game mechanics during their adventures.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Emergent Player Interaction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Season 21 removed the "Dive To" option, encouraging players to sail to destinations and fostering more interaction and exploration among crews.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Dynamic Voyage Changes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Ongoing Usability Improvements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Regular updates have refined weapon mechanics and ship operations, reflecting the developers' commitment to enhancing gameplay based on community feedback.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The Evolution of Gameplay Mechanics in Sea of Thieves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1">
            <a:extLst>
              <a:ext uri="{FF2B5EF4-FFF2-40B4-BE49-F238E27FC236}">
                <a16:creationId xmlns:a16="http://schemas.microsoft.com/office/drawing/2014/main" id="{54FB0FDB-46CC-42BE-A833-C89184E3471E}"/>
              </a:ext>
            </a:extLst>
          </p:cNvPr>
          <p:cNvSpPr txBox="1"/>
          <p:nvPr/>
        </p:nvSpPr>
        <p:spPr>
          <a:xfrm>
            <a:off x="350251" y="3043533"/>
            <a:ext cx="5713159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Sea of Thieves features a dedicated Community Hub for players to share creations, join programs, and access fan resources, fostering interaction and a sense of belonging.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18484F3A-33E9-4106-BBE3-C35CDE75E4F4}"/>
              </a:ext>
            </a:extLst>
          </p:cNvPr>
          <p:cNvSpPr txBox="1"/>
          <p:nvPr/>
        </p:nvSpPr>
        <p:spPr>
          <a:xfrm>
            <a:off x="350251" y="2441330"/>
            <a:ext cx="57457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Community Hub Engagement</a:t>
            </a:r>
          </a:p>
        </p:txBody>
      </p:sp>
      <p:sp>
        <p:nvSpPr>
          <p:cNvPr id="4" name="content3">
            <a:extLst>
              <a:ext uri="{FF2B5EF4-FFF2-40B4-BE49-F238E27FC236}">
                <a16:creationId xmlns:a16="http://schemas.microsoft.com/office/drawing/2014/main" id="{7ED6F132-1EC3-4F89-ACC9-391787BE6AE2}"/>
              </a:ext>
            </a:extLst>
          </p:cNvPr>
          <p:cNvSpPr txBox="1"/>
          <p:nvPr/>
        </p:nvSpPr>
        <p:spPr>
          <a:xfrm>
            <a:off x="415434" y="5525002"/>
            <a:ext cx="5647975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Developers actively integrate community suggestions through the Insider Programme, promoting transparency by lifting the NDA for open discussions on game development.</a:t>
            </a:r>
          </a:p>
        </p:txBody>
      </p:sp>
      <p:sp>
        <p:nvSpPr>
          <p:cNvPr id="5" name="head3">
            <a:extLst>
              <a:ext uri="{FF2B5EF4-FFF2-40B4-BE49-F238E27FC236}">
                <a16:creationId xmlns:a16="http://schemas.microsoft.com/office/drawing/2014/main" id="{1EC6BFD2-A54A-4CFB-BE32-CB35F7C65D66}"/>
              </a:ext>
            </a:extLst>
          </p:cNvPr>
          <p:cNvSpPr txBox="1"/>
          <p:nvPr/>
        </p:nvSpPr>
        <p:spPr>
          <a:xfrm>
            <a:off x="382842" y="4952327"/>
            <a:ext cx="56805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Incorporating Player Feedback</a:t>
            </a:r>
          </a:p>
        </p:txBody>
      </p:sp>
      <p:sp>
        <p:nvSpPr>
          <p:cNvPr id="6" name="content2">
            <a:extLst>
              <a:ext uri="{FF2B5EF4-FFF2-40B4-BE49-F238E27FC236}">
                <a16:creationId xmlns:a16="http://schemas.microsoft.com/office/drawing/2014/main" id="{228BCD66-C14B-42CD-A438-BC7AA99965CD}"/>
              </a:ext>
            </a:extLst>
          </p:cNvPr>
          <p:cNvSpPr txBox="1"/>
          <p:nvPr/>
        </p:nvSpPr>
        <p:spPr>
          <a:xfrm>
            <a:off x="6374296" y="3043533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The game hosts themed seasonal updates, like the "Community Weekend," which offers bonuses and challenges, exemplified by the 72-hour event during Season 20.</a:t>
            </a:r>
          </a:p>
        </p:txBody>
      </p:sp>
      <p:sp>
        <p:nvSpPr>
          <p:cNvPr id="7" name="head2">
            <a:extLst>
              <a:ext uri="{FF2B5EF4-FFF2-40B4-BE49-F238E27FC236}">
                <a16:creationId xmlns:a16="http://schemas.microsoft.com/office/drawing/2014/main" id="{CD5BF12C-71C8-4652-9154-19F255752D5D}"/>
              </a:ext>
            </a:extLst>
          </p:cNvPr>
          <p:cNvSpPr txBox="1"/>
          <p:nvPr/>
        </p:nvSpPr>
        <p:spPr>
          <a:xfrm>
            <a:off x="6341705" y="2441330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Seasonal Event Highlights</a:t>
            </a:r>
          </a:p>
        </p:txBody>
      </p:sp>
      <p:sp>
        <p:nvSpPr>
          <p:cNvPr id="9" name="head4">
            <a:extLst>
              <a:ext uri="{FF2B5EF4-FFF2-40B4-BE49-F238E27FC236}">
                <a16:creationId xmlns:a16="http://schemas.microsoft.com/office/drawing/2014/main" id="{B5F1E050-5BFC-480A-9E92-7665641E2034}"/>
              </a:ext>
            </a:extLst>
          </p:cNvPr>
          <p:cNvSpPr txBox="1"/>
          <p:nvPr/>
        </p:nvSpPr>
        <p:spPr>
          <a:xfrm>
            <a:off x="6341705" y="4952327"/>
            <a:ext cx="51809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Innovative Seasonal Rewards</a:t>
            </a:r>
          </a:p>
        </p:txBody>
      </p:sp>
      <p:sp>
        <p:nvSpPr>
          <p:cNvPr id="21" name="content4">
            <a:extLst>
              <a:ext uri="{FF2B5EF4-FFF2-40B4-BE49-F238E27FC236}">
                <a16:creationId xmlns:a16="http://schemas.microsoft.com/office/drawing/2014/main" id="{CFBB8D88-C46B-4BFD-95E5-3CD2F79AB4A3}"/>
              </a:ext>
            </a:extLst>
          </p:cNvPr>
          <p:cNvSpPr txBox="1"/>
          <p:nvPr/>
        </p:nvSpPr>
        <p:spPr>
          <a:xfrm>
            <a:off x="6374296" y="5537102"/>
            <a:ext cx="514839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t>Seasonal events, such as the "Festival of Fishing," provide unique cosmetics and bonuses, enhancing gameplay and encouraging player participation during limited-time events.</a:t>
            </a:r>
          </a:p>
        </p:txBody>
      </p:sp>
      <p:sp>
        <p:nvSpPr>
          <p:cNvPr id="27" name="subtopic">
            <a:extLst>
              <a:ext uri="{FF2B5EF4-FFF2-40B4-BE49-F238E27FC236}">
                <a16:creationId xmlns:a16="http://schemas.microsoft.com/office/drawing/2014/main" id="{1FC39E55-DAC2-4D18-8701-DF4E171179AC}"/>
              </a:ext>
            </a:extLst>
          </p:cNvPr>
          <p:cNvSpPr txBox="1"/>
          <p:nvPr/>
        </p:nvSpPr>
        <p:spPr>
          <a:xfrm>
            <a:off x="168257" y="330442"/>
            <a:ext cx="10563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Community Engagement and Seasonal Content Updates in Sea of Thieves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ending">
            <a:extLst>
              <a:ext uri="{FF2B5EF4-FFF2-40B4-BE49-F238E27FC236}">
                <a16:creationId xmlns:a16="http://schemas.microsoft.com/office/drawing/2014/main" id="{3F2BFDD8-8459-4FE6-A381-38F0E1D8B287}"/>
              </a:ext>
            </a:extLst>
          </p:cNvPr>
          <p:cNvSpPr txBox="1"/>
          <p:nvPr/>
        </p:nvSpPr>
        <p:spPr>
          <a:xfrm>
            <a:off x="4097866" y="1117600"/>
            <a:ext cx="80941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Thank you for exploring Sea of thieves pc game.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