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3A1C-E256-4C0D-A892-28F0F0506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73C7-6FD2-4266-9048-D865C069D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25C07-4F56-4654-B875-80888FEC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2A767-D5BD-44D1-B64E-80348753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E78C5-A73F-4643-85A7-712F4813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1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8448-EE08-4099-B44C-C585F7E2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4E38D-E17B-4B9A-9B8C-AA2EA3ACA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FAB6-89A1-4339-A521-F3B494AE6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24DDF-9A49-4248-A2F5-E4C51C16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B17AC-EF2A-4A65-A684-D2768330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9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44712-5380-4F25-9B12-BE1F5DED0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98E1B-B4C0-47EA-BAB0-EFF44AE3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6BEF-1407-40A3-87C5-62405F39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EA1E4-895C-407A-9593-4E8EA70E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154CB-496A-4935-9899-025AA0D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3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D981-37BC-432C-9BD9-5AB683768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B6714-2901-4A5C-BA24-2A6416319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E1521-74BC-4A80-9B1A-0173FBD77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96FD6-C66C-49A1-BF79-BC0F78DD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84A95-47D3-4E0A-A156-7E574F3F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CB2E1-A9AE-4F42-986E-26F27979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7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910B-3B87-49C7-AEA3-532F8478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D44AE-78CF-4633-85E0-9916886AB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AAE9C-1001-400E-BB64-788CA0D4C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0C6C8F-8E1D-43E9-B457-C1E71C6CE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CC337-B2C1-4C69-B779-A7156522F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F1D78-A384-4F41-B0C7-9376E910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F5459-3C84-4DAE-9FEA-751F9792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E6C2F-E5CD-4DC6-8B6F-E00CB601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A5D3-531E-4A67-B49B-FAD8570E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6466-E435-4048-92BA-0FA307A8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88FF0-4350-478F-B4BF-EC81BFD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A97FC-30AE-485D-9871-BE1C971B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1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EDF3A-2D8C-4CCE-91CF-4D76C19E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B20D7-DB51-4D4A-BCF6-068423C9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2E68E-5BE3-4352-A58C-D1B6EE59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7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DD89-8330-4EAE-8554-3A0273B8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22AA-C3CF-4D38-9900-25C7A8C6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FBD33-002F-4340-9763-D82660047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8F75F-C29B-4C60-A146-C2187544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81CDD-811E-45CF-8573-2341D134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FB905-B7C7-4364-9B88-39694E69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38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0003A-B890-4BC1-A406-09450D5A3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CC07B-6228-406A-A75F-D0B950974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530E4-8CD3-48B1-B11E-4584E64A2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39991-9000-47E3-AADE-4B8DE55B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1A9B7-D1C1-4951-B99B-24B93F67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9FFC3-AED3-427F-B060-E3487CB1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48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CF3B-BD08-46E1-B3BB-CDE18ABD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DD24A-E29F-4330-8973-3F96EF513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E4ED1-1DCA-46D9-A634-FE9FFD38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D248C-6D09-42DB-AAF7-28704E93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5A1CA-2ADC-4242-A5AB-5EB594E8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9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A0C08-30A4-4736-B0A3-063FC032B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8EB78-B3DE-43B5-9AF2-59BD86A4B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0428A-3E1A-4F1D-90A9-887E93C3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A7F2B-478F-44BB-B16A-F6EE19C1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154C5-D242-4176-8109-AA4C27BC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5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67273-E7F0-47D6-8637-8356D9B2A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818E4-CF75-4AA4-987A-BC482BCFB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12DBB-4D56-4D9A-9D57-1377FA0CE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D58E6-6149-459F-87E7-F0E35821B8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34B56-4777-474C-B316-714B96A00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CD78E-66F2-44F2-AE29-B2590FBF1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5DC59-558D-40EF-9B69-77F7A7ADD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2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ardrop 5">
            <a:extLst>
              <a:ext uri="{FF2B5EF4-FFF2-40B4-BE49-F238E27FC236}">
                <a16:creationId xmlns:a16="http://schemas.microsoft.com/office/drawing/2014/main" id="{8DA6AFD9-D54E-49E9-BFDE-96256F31A006}"/>
              </a:ext>
            </a:extLst>
          </p:cNvPr>
          <p:cNvSpPr/>
          <p:nvPr/>
        </p:nvSpPr>
        <p:spPr>
          <a:xfrm>
            <a:off x="4744279" y="4161183"/>
            <a:ext cx="1378226" cy="1192696"/>
          </a:xfrm>
          <a:prstGeom prst="teardrop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63732A10-5DBB-435E-BF38-B8863D568BD1}"/>
              </a:ext>
            </a:extLst>
          </p:cNvPr>
          <p:cNvSpPr/>
          <p:nvPr/>
        </p:nvSpPr>
        <p:spPr>
          <a:xfrm rot="5400000">
            <a:off x="4837043" y="2749827"/>
            <a:ext cx="1192697" cy="1378226"/>
          </a:xfrm>
          <a:prstGeom prst="teardrop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943FD0F7-2527-4CBA-918E-ACAF5A0D37A9}"/>
              </a:ext>
            </a:extLst>
          </p:cNvPr>
          <p:cNvSpPr/>
          <p:nvPr/>
        </p:nvSpPr>
        <p:spPr>
          <a:xfrm rot="10800000">
            <a:off x="6215272" y="2842592"/>
            <a:ext cx="1378226" cy="1192696"/>
          </a:xfrm>
          <a:prstGeom prst="teardrop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ardrop 8">
            <a:extLst>
              <a:ext uri="{FF2B5EF4-FFF2-40B4-BE49-F238E27FC236}">
                <a16:creationId xmlns:a16="http://schemas.microsoft.com/office/drawing/2014/main" id="{43E38552-7C5F-4B57-AB94-41A85E324368}"/>
              </a:ext>
            </a:extLst>
          </p:cNvPr>
          <p:cNvSpPr/>
          <p:nvPr/>
        </p:nvSpPr>
        <p:spPr>
          <a:xfrm rot="16200000">
            <a:off x="6308037" y="4068418"/>
            <a:ext cx="1192696" cy="1378226"/>
          </a:xfrm>
          <a:prstGeom prst="teardrop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60FA1-C6AC-461E-BB3C-E8A402863AD8}"/>
              </a:ext>
            </a:extLst>
          </p:cNvPr>
          <p:cNvSpPr txBox="1"/>
          <p:nvPr/>
        </p:nvSpPr>
        <p:spPr>
          <a:xfrm>
            <a:off x="1470992" y="2580981"/>
            <a:ext cx="296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048A48-A8BC-4C61-89F9-0987A1851906}"/>
              </a:ext>
            </a:extLst>
          </p:cNvPr>
          <p:cNvSpPr txBox="1"/>
          <p:nvPr/>
        </p:nvSpPr>
        <p:spPr>
          <a:xfrm>
            <a:off x="1470991" y="5165398"/>
            <a:ext cx="296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52DAE3-90BC-474B-B82C-9A19F63DA41E}"/>
              </a:ext>
            </a:extLst>
          </p:cNvPr>
          <p:cNvSpPr txBox="1"/>
          <p:nvPr/>
        </p:nvSpPr>
        <p:spPr>
          <a:xfrm>
            <a:off x="8700052" y="2580981"/>
            <a:ext cx="296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37B02A-E2A0-419C-A23F-EF8238F02471}"/>
              </a:ext>
            </a:extLst>
          </p:cNvPr>
          <p:cNvSpPr txBox="1"/>
          <p:nvPr/>
        </p:nvSpPr>
        <p:spPr>
          <a:xfrm>
            <a:off x="8700051" y="5165398"/>
            <a:ext cx="296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Point 1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562B9E-62DA-4312-8837-A2A24970428D}"/>
              </a:ext>
            </a:extLst>
          </p:cNvPr>
          <p:cNvSpPr txBox="1"/>
          <p:nvPr/>
        </p:nvSpPr>
        <p:spPr>
          <a:xfrm>
            <a:off x="245166" y="258174"/>
            <a:ext cx="11615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</a:t>
            </a:r>
            <a:r>
              <a:rPr lang="en-IN" sz="3600"/>
              <a:t>ubtopic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5583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2</cp:revision>
  <dcterms:created xsi:type="dcterms:W3CDTF">2026-07-19T11:10:20Z</dcterms:created>
  <dcterms:modified xsi:type="dcterms:W3CDTF">2026-07-19T11:19:27Z</dcterms:modified>
</cp:coreProperties>
</file>