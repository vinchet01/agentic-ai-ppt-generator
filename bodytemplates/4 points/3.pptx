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157B-CFC6-44CF-964C-92C3D359A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FD805-B738-4EA3-A94E-A8EFB258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1A26C-D44A-4E7D-B0AC-D69FF6B8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4D843-1F17-4562-A8FD-E4B62C5D5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A933D-321E-4315-A889-29D7CF20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9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CB42-8A91-4D68-AA3B-4B823AD6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5FA78-2D8A-40D2-970C-615B3D411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2F854-928D-466C-9320-E875EE5C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F97C1-A833-4A01-9665-D8701325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11A06-46D8-490E-89F0-16113EF71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56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0BFF-2993-438A-BB32-E505C49D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F77E2-9CD6-413E-B2EB-87CC2BC5C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D941-DD12-41A8-A372-9B87E9C5B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29FF3-5DA4-4905-97A3-22C4FE9AA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ACADF-8C8B-4B58-918E-3C6012EA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46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F36BF-9787-4E33-AF8A-57E7D2E5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7CD5D-F575-4DF0-B923-14E494713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94977-475B-48E3-BAC1-368FD1C20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4C623-9F9F-4DAE-BDAB-9EE5749A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18A1E-7316-40D2-8D54-05B94DB6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B53BC-6CCF-49B9-A085-4CCA93F1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1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EF99-8DAF-45CB-BEEC-561F1476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FC704-90AE-4227-A377-1A777CFAD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F97C7-CB1F-4791-901B-3E0BE3291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DCF84-2E61-4AC4-A357-B06C03812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A6ADAC-6E46-470A-B5B3-A24914D88E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17FEC-2A3D-4872-B15A-6BEACB29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5B8BD9-61DB-4022-B815-1A1F4B1A2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46C43-203A-4943-801C-64DF509C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6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6B3E-6FCA-42AE-B3A1-3EC2A26BA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B8C58-2742-42F6-9DE4-C99768D7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1D127-1735-41F8-BD19-3E283598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B360D-8066-4C56-A246-EECCC96A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AE4890-AADD-497D-B455-955B728F0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B3B27-2E66-4B9B-B30E-E31A8C51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2C5BB-8783-41B8-AAFA-3DFF03C8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07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5642-504F-45F0-9A35-6C836D1F1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63756-498A-4B9D-A86A-B32BF4E06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D781B-69F4-409A-AACF-994FF2C59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17DDD-EE20-440F-AFD2-554A43FD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52D64-C3FA-497E-85C3-08D7A8EB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24D91-074B-441F-B501-AAA4B807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AD8FC-C63F-45FA-8477-91F9B7A8E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C8AA6-2C1C-4A41-AD5B-36EA07D52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120C2-B5FD-4821-A9F5-4AF2AB906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4E9BB-65FE-43E3-8D19-F3CDA49D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1C61C-77CA-4BCC-8CAC-DF02EFC1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0AB88-C517-473C-ACCA-E131650C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4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F378-290B-4CC2-BE3C-66684F54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7CA39-FDA6-48F4-90A9-3F5F19F65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98BA1-B578-4E11-90CC-67293CC4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DD931-074F-4698-86A4-0D451B63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65A05-D268-41FA-AD09-3E847E04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8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E3BB85-6C1B-4F56-B5C7-3D96E1CD3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7A84D-2268-472A-B455-43CE48075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BD7A2-CD67-480D-AF2D-A00A39D0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CD928-C817-4054-942B-FA2289EB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3268-FF13-4309-A94E-82E160A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6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069F3C-4035-4190-A7B5-567350A6B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1ACB0-52DD-4738-85E8-C113AE5AC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69DE1-69BE-4893-9F94-3835B9486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EF3F5-FFDB-41D5-A181-97AD95EE5CF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26922-38BC-4E24-84FD-DE4DB51F9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A7CA0-ED44-417F-95D4-415A05803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B0D30-6213-483F-B7BE-F85094306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99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1;p32">
            <a:extLst>
              <a:ext uri="{FF2B5EF4-FFF2-40B4-BE49-F238E27FC236}">
                <a16:creationId xmlns:a16="http://schemas.microsoft.com/office/drawing/2014/main" id="{E50C327E-6D84-4F24-9385-E4C87644AC9C}"/>
              </a:ext>
            </a:extLst>
          </p:cNvPr>
          <p:cNvSpPr txBox="1">
            <a:spLocks/>
          </p:cNvSpPr>
          <p:nvPr/>
        </p:nvSpPr>
        <p:spPr>
          <a:xfrm>
            <a:off x="5388167" y="1525109"/>
            <a:ext cx="116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01</a:t>
            </a:r>
          </a:p>
        </p:txBody>
      </p:sp>
      <p:sp>
        <p:nvSpPr>
          <p:cNvPr id="6" name="Google Shape;173;p32">
            <a:extLst>
              <a:ext uri="{FF2B5EF4-FFF2-40B4-BE49-F238E27FC236}">
                <a16:creationId xmlns:a16="http://schemas.microsoft.com/office/drawing/2014/main" id="{AE63C74B-1A06-49AF-98A3-F5F71C80E446}"/>
              </a:ext>
            </a:extLst>
          </p:cNvPr>
          <p:cNvSpPr txBox="1">
            <a:spLocks/>
          </p:cNvSpPr>
          <p:nvPr/>
        </p:nvSpPr>
        <p:spPr>
          <a:xfrm>
            <a:off x="5426772" y="4306239"/>
            <a:ext cx="116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03</a:t>
            </a:r>
          </a:p>
        </p:txBody>
      </p:sp>
      <p:sp>
        <p:nvSpPr>
          <p:cNvPr id="7" name="Google Shape;175;p32">
            <a:extLst>
              <a:ext uri="{FF2B5EF4-FFF2-40B4-BE49-F238E27FC236}">
                <a16:creationId xmlns:a16="http://schemas.microsoft.com/office/drawing/2014/main" id="{736E4F3C-40C6-438E-B09E-C1D5ED57A1FA}"/>
              </a:ext>
            </a:extLst>
          </p:cNvPr>
          <p:cNvSpPr txBox="1">
            <a:spLocks/>
          </p:cNvSpPr>
          <p:nvPr/>
        </p:nvSpPr>
        <p:spPr>
          <a:xfrm>
            <a:off x="4199698" y="5822758"/>
            <a:ext cx="116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04</a:t>
            </a:r>
          </a:p>
        </p:txBody>
      </p:sp>
      <p:cxnSp>
        <p:nvCxnSpPr>
          <p:cNvPr id="10" name="Google Shape;183;p32">
            <a:extLst>
              <a:ext uri="{FF2B5EF4-FFF2-40B4-BE49-F238E27FC236}">
                <a16:creationId xmlns:a16="http://schemas.microsoft.com/office/drawing/2014/main" id="{725389F9-698B-43ED-A5AD-26963B7DAC37}"/>
              </a:ext>
            </a:extLst>
          </p:cNvPr>
          <p:cNvCxnSpPr/>
          <p:nvPr/>
        </p:nvCxnSpPr>
        <p:spPr>
          <a:xfrm>
            <a:off x="731072" y="0"/>
            <a:ext cx="0" cy="447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78;p32">
            <a:extLst>
              <a:ext uri="{FF2B5EF4-FFF2-40B4-BE49-F238E27FC236}">
                <a16:creationId xmlns:a16="http://schemas.microsoft.com/office/drawing/2014/main" id="{D72A3DD7-9C18-440F-B3DB-F2EFC1C61BE0}"/>
              </a:ext>
            </a:extLst>
          </p:cNvPr>
          <p:cNvCxnSpPr>
            <a:cxnSpLocks/>
          </p:cNvCxnSpPr>
          <p:nvPr/>
        </p:nvCxnSpPr>
        <p:spPr>
          <a:xfrm>
            <a:off x="5243772" y="1237405"/>
            <a:ext cx="0" cy="544890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79;p32">
            <a:extLst>
              <a:ext uri="{FF2B5EF4-FFF2-40B4-BE49-F238E27FC236}">
                <a16:creationId xmlns:a16="http://schemas.microsoft.com/office/drawing/2014/main" id="{809622AA-1C6F-4ACB-9D05-D0C4B0028EB9}"/>
              </a:ext>
            </a:extLst>
          </p:cNvPr>
          <p:cNvCxnSpPr/>
          <p:nvPr/>
        </p:nvCxnSpPr>
        <p:spPr>
          <a:xfrm rot="10800000">
            <a:off x="4882151" y="1793464"/>
            <a:ext cx="366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0;p32">
            <a:extLst>
              <a:ext uri="{FF2B5EF4-FFF2-40B4-BE49-F238E27FC236}">
                <a16:creationId xmlns:a16="http://schemas.microsoft.com/office/drawing/2014/main" id="{FF4F8AF5-DF81-4631-9F53-1FC0CE3D7525}"/>
              </a:ext>
            </a:extLst>
          </p:cNvPr>
          <p:cNvCxnSpPr/>
          <p:nvPr/>
        </p:nvCxnSpPr>
        <p:spPr>
          <a:xfrm rot="10800000">
            <a:off x="5243772" y="3019367"/>
            <a:ext cx="366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1;p32">
            <a:extLst>
              <a:ext uri="{FF2B5EF4-FFF2-40B4-BE49-F238E27FC236}">
                <a16:creationId xmlns:a16="http://schemas.microsoft.com/office/drawing/2014/main" id="{B5680FD2-ABDA-428D-94E4-B98A5603A39F}"/>
              </a:ext>
            </a:extLst>
          </p:cNvPr>
          <p:cNvCxnSpPr/>
          <p:nvPr/>
        </p:nvCxnSpPr>
        <p:spPr>
          <a:xfrm rot="10800000">
            <a:off x="4882151" y="4587646"/>
            <a:ext cx="366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82;p32">
            <a:extLst>
              <a:ext uri="{FF2B5EF4-FFF2-40B4-BE49-F238E27FC236}">
                <a16:creationId xmlns:a16="http://schemas.microsoft.com/office/drawing/2014/main" id="{8B05BEBA-6334-4509-8931-557FAAD4D1B6}"/>
              </a:ext>
            </a:extLst>
          </p:cNvPr>
          <p:cNvCxnSpPr/>
          <p:nvPr/>
        </p:nvCxnSpPr>
        <p:spPr>
          <a:xfrm rot="10800000">
            <a:off x="5246881" y="6083607"/>
            <a:ext cx="366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173;p32">
            <a:extLst>
              <a:ext uri="{FF2B5EF4-FFF2-40B4-BE49-F238E27FC236}">
                <a16:creationId xmlns:a16="http://schemas.microsoft.com/office/drawing/2014/main" id="{D0725360-EFDB-4A32-9C39-002B9DE3AE8F}"/>
              </a:ext>
            </a:extLst>
          </p:cNvPr>
          <p:cNvSpPr txBox="1">
            <a:spLocks/>
          </p:cNvSpPr>
          <p:nvPr/>
        </p:nvSpPr>
        <p:spPr>
          <a:xfrm>
            <a:off x="4137794" y="2791677"/>
            <a:ext cx="116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02</a:t>
            </a:r>
          </a:p>
        </p:txBody>
      </p:sp>
      <p:sp>
        <p:nvSpPr>
          <p:cNvPr id="23" name="content3">
            <a:extLst>
              <a:ext uri="{FF2B5EF4-FFF2-40B4-BE49-F238E27FC236}">
                <a16:creationId xmlns:a16="http://schemas.microsoft.com/office/drawing/2014/main" id="{DC0CDF9C-E4EC-4449-A303-E9FE72AFEA03}"/>
              </a:ext>
            </a:extLst>
          </p:cNvPr>
          <p:cNvSpPr txBox="1"/>
          <p:nvPr/>
        </p:nvSpPr>
        <p:spPr>
          <a:xfrm>
            <a:off x="772325" y="4487220"/>
            <a:ext cx="414434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27" name="head3">
            <a:extLst>
              <a:ext uri="{FF2B5EF4-FFF2-40B4-BE49-F238E27FC236}">
                <a16:creationId xmlns:a16="http://schemas.microsoft.com/office/drawing/2014/main" id="{DBBD5291-0A85-4C57-8536-B2A0ABE768CE}"/>
              </a:ext>
            </a:extLst>
          </p:cNvPr>
          <p:cNvSpPr txBox="1"/>
          <p:nvPr/>
        </p:nvSpPr>
        <p:spPr>
          <a:xfrm>
            <a:off x="772325" y="3902445"/>
            <a:ext cx="4144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30" name="content4">
            <a:extLst>
              <a:ext uri="{FF2B5EF4-FFF2-40B4-BE49-F238E27FC236}">
                <a16:creationId xmlns:a16="http://schemas.microsoft.com/office/drawing/2014/main" id="{2AA53984-0501-4375-A127-1754FF4CDDD7}"/>
              </a:ext>
            </a:extLst>
          </p:cNvPr>
          <p:cNvSpPr txBox="1"/>
          <p:nvPr/>
        </p:nvSpPr>
        <p:spPr>
          <a:xfrm>
            <a:off x="5867818" y="6115145"/>
            <a:ext cx="414434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31" name="head4">
            <a:extLst>
              <a:ext uri="{FF2B5EF4-FFF2-40B4-BE49-F238E27FC236}">
                <a16:creationId xmlns:a16="http://schemas.microsoft.com/office/drawing/2014/main" id="{849FB502-DA4C-4490-ACA4-E9D2D63C7663}"/>
              </a:ext>
            </a:extLst>
          </p:cNvPr>
          <p:cNvSpPr txBox="1"/>
          <p:nvPr/>
        </p:nvSpPr>
        <p:spPr>
          <a:xfrm>
            <a:off x="5867818" y="5530370"/>
            <a:ext cx="4144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32" name="content2">
            <a:extLst>
              <a:ext uri="{FF2B5EF4-FFF2-40B4-BE49-F238E27FC236}">
                <a16:creationId xmlns:a16="http://schemas.microsoft.com/office/drawing/2014/main" id="{99F3A15A-5153-4CFB-B26F-258DED19AAB7}"/>
              </a:ext>
            </a:extLst>
          </p:cNvPr>
          <p:cNvSpPr txBox="1"/>
          <p:nvPr/>
        </p:nvSpPr>
        <p:spPr>
          <a:xfrm>
            <a:off x="5968367" y="3013577"/>
            <a:ext cx="414434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33" name="head2">
            <a:extLst>
              <a:ext uri="{FF2B5EF4-FFF2-40B4-BE49-F238E27FC236}">
                <a16:creationId xmlns:a16="http://schemas.microsoft.com/office/drawing/2014/main" id="{7B0F97DD-FD6A-4025-8FB5-5D37529C4CEC}"/>
              </a:ext>
            </a:extLst>
          </p:cNvPr>
          <p:cNvSpPr txBox="1"/>
          <p:nvPr/>
        </p:nvSpPr>
        <p:spPr>
          <a:xfrm>
            <a:off x="5968367" y="2428802"/>
            <a:ext cx="4144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34" name="content1">
            <a:extLst>
              <a:ext uri="{FF2B5EF4-FFF2-40B4-BE49-F238E27FC236}">
                <a16:creationId xmlns:a16="http://schemas.microsoft.com/office/drawing/2014/main" id="{E654D6F7-481F-47D3-88B4-764A561C3464}"/>
              </a:ext>
            </a:extLst>
          </p:cNvPr>
          <p:cNvSpPr txBox="1"/>
          <p:nvPr/>
        </p:nvSpPr>
        <p:spPr>
          <a:xfrm>
            <a:off x="731072" y="1822180"/>
            <a:ext cx="4144346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Bullet</a:t>
            </a:r>
          </a:p>
          <a:p>
            <a:r>
              <a:rPr lang="en-IN" dirty="0"/>
              <a:t>details</a:t>
            </a:r>
          </a:p>
        </p:txBody>
      </p:sp>
      <p:sp>
        <p:nvSpPr>
          <p:cNvPr id="35" name="head1">
            <a:extLst>
              <a:ext uri="{FF2B5EF4-FFF2-40B4-BE49-F238E27FC236}">
                <a16:creationId xmlns:a16="http://schemas.microsoft.com/office/drawing/2014/main" id="{ACC7A68B-001B-4D75-BEB8-E49D9070906D}"/>
              </a:ext>
            </a:extLst>
          </p:cNvPr>
          <p:cNvSpPr txBox="1"/>
          <p:nvPr/>
        </p:nvSpPr>
        <p:spPr>
          <a:xfrm>
            <a:off x="731072" y="1237405"/>
            <a:ext cx="4144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Bullet head</a:t>
            </a:r>
            <a:endParaRPr lang="en-US" sz="3200" dirty="0"/>
          </a:p>
        </p:txBody>
      </p:sp>
      <p:sp>
        <p:nvSpPr>
          <p:cNvPr id="17" name="subtopic">
            <a:extLst>
              <a:ext uri="{FF2B5EF4-FFF2-40B4-BE49-F238E27FC236}">
                <a16:creationId xmlns:a16="http://schemas.microsoft.com/office/drawing/2014/main" id="{88D078A4-DBD1-4E34-BDA0-6319EC4B5F54}"/>
              </a:ext>
            </a:extLst>
          </p:cNvPr>
          <p:cNvSpPr txBox="1"/>
          <p:nvPr/>
        </p:nvSpPr>
        <p:spPr>
          <a:xfrm>
            <a:off x="331305" y="388246"/>
            <a:ext cx="1088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6885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Vinayak Chetiyar</dc:creator>
  <cp:lastModifiedBy>Vinayak Chetiyar</cp:lastModifiedBy>
  <cp:revision>4</cp:revision>
  <dcterms:created xsi:type="dcterms:W3CDTF">2026-06-08T14:37:57Z</dcterms:created>
  <dcterms:modified xsi:type="dcterms:W3CDTF">2026-08-02T05:44:10Z</dcterms:modified>
</cp:coreProperties>
</file>