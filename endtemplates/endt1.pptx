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29" autoAdjust="0"/>
    <p:restoredTop sz="94660"/>
  </p:normalViewPr>
  <p:slideViewPr>
    <p:cSldViewPr snapToGrid="0">
      <p:cViewPr varScale="1">
        <p:scale>
          <a:sx n="70" d="100"/>
          <a:sy n="70" d="100"/>
        </p:scale>
        <p:origin x="6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4F0D0-FEB6-4445-A732-171AC73475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A468EC-E954-4580-8F92-6A793263AD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049D1F-298F-4C15-AA03-FD3F16CA5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EB319-7FE2-430F-B600-99146EDF823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26ECB5-A7F3-4034-B9F8-6B38B0850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8A52C-3A6C-4B0D-93A5-92D24D0EF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47629B-E15D-46E8-B5DC-7C5A3D9F9A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499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53FBA-1DCC-484B-AC68-AB1B5DED1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9D3D7-83E0-42E7-9A7B-B4339F75DB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486A5A-43B6-4B3B-A4E9-43DC6CD71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EB319-7FE2-430F-B600-99146EDF823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63AA96-A171-494B-8738-B54051961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3699CD-89CF-4207-94A2-33AB82B70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47629B-E15D-46E8-B5DC-7C5A3D9F9A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1493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7B0D0-3B74-43DA-9CDA-F30106E84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E5633D-8376-48E7-93F0-650C00CE1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D72EF1-0995-4F35-A5BE-293710ED7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EB319-7FE2-430F-B600-99146EDF823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18D8E9-0280-446A-828D-F6E21A61F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C1971C-D8D1-4D79-9639-3E47E1BF9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47629B-E15D-46E8-B5DC-7C5A3D9F9A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311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86C30-82E4-4615-BB78-4ADD6CEB1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6403F-81E5-4E27-B803-9FB02EE6D3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3A9868-2151-45AA-978E-A5AA8C5B6E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AAAEA2-F401-49A9-AC21-E37B918AC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EB319-7FE2-430F-B600-99146EDF823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19D50B-1057-4990-B4D6-1749FC7FB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FDA2A2-486F-4430-B094-F219FAEAE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47629B-E15D-46E8-B5DC-7C5A3D9F9A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975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9E961-74D8-4B63-A284-DE78D4362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253485-918A-4E05-A65A-5A16A6929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B91268-FF4E-4CD9-993F-F5E0A0E2B4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46944F-8110-411D-9EA5-FD3440CB8E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EA91A4-5C51-4906-B083-6D45E08F60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A2209E-D0BB-4B11-9DEA-72AB4D0F2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EB319-7FE2-430F-B600-99146EDF823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22D2563-DA00-4D3B-8ECE-1CF75B282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E7E60-7C69-42C0-941F-93D6F0ED6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47629B-E15D-46E8-B5DC-7C5A3D9F9A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2217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05EDC-5903-49EE-A9C4-4CB02B188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0320D3-BA46-4ACB-ACFF-974D97497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EB319-7FE2-430F-B600-99146EDF823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7B018B-D8D5-4E09-883E-FD3862702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763BC6-EFDA-4EE6-BBF2-C978B19C0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47629B-E15D-46E8-B5DC-7C5A3D9F9A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9612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8F64D0-FC86-4039-8BDA-95BCF6201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EB319-7FE2-430F-B600-99146EDF823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ABDB3A-DBA2-4C81-858B-5287450CF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A5CD18-28BD-4787-A302-0184C724E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47629B-E15D-46E8-B5DC-7C5A3D9F9A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792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C61A6-EC4C-47EA-BD2F-38F376196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4B1C4-3DF5-47FE-9C5D-94A1587933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88B7AA-CB78-4B5E-B659-3C0499CC7D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AA576C-1163-4BF8-BF5F-3A044FFC2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EB319-7FE2-430F-B600-99146EDF823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A78A5-FD3F-4179-AC6A-7EA7861D0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971330-CD59-40AC-B85C-A67439798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47629B-E15D-46E8-B5DC-7C5A3D9F9A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3914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F1C09-E3FE-4887-9F4E-74673E1C0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F6C05C-F181-4E8B-A939-745EFF4BFE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67F9FE-225A-41B9-B649-204CFF560C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DB45DF-94AA-4D10-BCA5-59812C392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EB319-7FE2-430F-B600-99146EDF823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D11319-F7F0-4856-A378-32F32F143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ED54F4-FE3F-4F07-AB51-5807DA1DF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47629B-E15D-46E8-B5DC-7C5A3D9F9A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1052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1B508-6814-4BEC-A3B3-526969C06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CD8C3A-7E0C-4F03-A5ED-9646C981C1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A2978D-1586-46B3-8943-5823A31EB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EB319-7FE2-430F-B600-99146EDF823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E510A-3964-4D5B-AB6D-25115B87B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E3E3BE-5F6E-4F5E-AB33-1D2D82691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47629B-E15D-46E8-B5DC-7C5A3D9F9A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636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E7C736-CF12-41FB-8529-42E726FE19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44219D-BCC7-49FB-970E-D127E40F3D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8B7AA6-65C8-4A29-8371-910F576B7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EB319-7FE2-430F-B600-99146EDF823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8F0668-ABFC-4B0B-A39A-10F4F6546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E3BD3-EE0E-4471-B43A-1ADE8E9BF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47629B-E15D-46E8-B5DC-7C5A3D9F9A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2077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809643-ACB4-4198-9531-5707CBEC1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8FA40D-67D9-46FD-BC3D-EAA27A16BD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973BC5-BBC8-44F1-BD96-CE40DC646C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EB319-7FE2-430F-B600-99146EDF823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A0EA92-B8FB-4668-AC07-CC5F004F2E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3CCB0-C791-40B9-82DF-30219FBAEA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7629B-E15D-46E8-B5DC-7C5A3D9F9A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9216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nding">
            <a:extLst>
              <a:ext uri="{FF2B5EF4-FFF2-40B4-BE49-F238E27FC236}">
                <a16:creationId xmlns:a16="http://schemas.microsoft.com/office/drawing/2014/main" id="{3F2BFDD8-8459-4FE6-A381-38F0E1D8B287}"/>
              </a:ext>
            </a:extLst>
          </p:cNvPr>
          <p:cNvSpPr txBox="1"/>
          <p:nvPr/>
        </p:nvSpPr>
        <p:spPr>
          <a:xfrm>
            <a:off x="4097866" y="1117600"/>
            <a:ext cx="80941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800" dirty="0"/>
              <a:t>Thank you statement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12950747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Vinayak Chetiyar</dc:creator>
  <cp:lastModifiedBy>Vinayak Chetiyar</cp:lastModifiedBy>
  <cp:revision>5</cp:revision>
  <dcterms:created xsi:type="dcterms:W3CDTF">2026-05-09T09:38:21Z</dcterms:created>
  <dcterms:modified xsi:type="dcterms:W3CDTF">2026-08-02T05:44:40Z</dcterms:modified>
</cp:coreProperties>
</file>