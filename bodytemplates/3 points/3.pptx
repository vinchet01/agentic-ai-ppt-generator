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7771-CCAF-474C-A8BC-86DAF5670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842ED-A4D1-482B-926D-0AE9C0857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8729E-C05E-43C1-A418-7B9F6911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59644-9366-4FE1-9E17-3B598AE3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C92B7-B137-4983-9082-7FCD74E9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5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5C1D2-7804-426A-A099-103ABB30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20DD7-4E19-4CF5-A16A-1E1F5BA65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C4B22-0610-4014-A556-C063E1F7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ABF72-996A-4000-A5D3-BBBEF412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AC2E5-030C-4C96-87EB-426BC6A9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1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6570-407D-4654-BC96-49A986CF2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CD879-2B54-4B47-90DF-27D039AA0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2603C-53F3-475C-B479-CBB37EB5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38BF4-E68A-429C-978B-3C3A26EDC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9E44C-CF1F-4971-91D4-7BDC4CE25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5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DE50-23A0-4ED7-ACBF-A5ABC387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D551-8042-4A34-A6DF-1A8F006E7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6BBF4-FED6-4CC3-AA5F-3072F4A3E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D26B3-6D5B-46FB-B0A8-52E62769E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34B25-4F75-45B4-9A9F-567D61AE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321AD-0879-4F41-82A9-28BFF4F0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96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FD13-FAC8-4251-B032-88791983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1C28D-DD5E-4D08-951C-C89B0A8C7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B55F1-F8D8-41CC-9834-CF5E7DB4B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7BF3D-3F28-4C45-B222-5030AE0F9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2F2C3-B6F9-4C71-8D12-459D91B23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846791-17D6-495F-9424-C7E35520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E61C08-0D29-4980-A986-9EA1B4CF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5713AE-B936-4E6F-90C3-13C541DD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CBE8-79FF-4169-B2D3-C01FF3A41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32F89-7453-472D-A74F-610DA228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0ED9C-7E0D-407D-9A0A-EAC409CD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8C4FB-E280-4A3E-8F59-FF757F01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18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61D49C-DAFD-42CE-BBCA-E641EA3C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45387-F0F9-4C5C-AD83-98C032D2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46EEA-4730-4B3A-BED9-CE3AEE0C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9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D9ECA-2E03-48C5-9244-0998E21EF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18477-890A-4340-A5E6-D0A092B3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F28F2-DADE-44C5-BE09-F4483B8D0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FF6AA-8C82-4A0F-8FFD-9748177F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763F6-BA7F-46A9-B3E4-C3691F1E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4F7F3-8438-46C1-B965-0809687E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92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C7F6-6F7E-4AC7-82ED-B0931255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84B9F-677D-48B0-BEB2-19D179B1D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10A3D-9034-429F-B77F-CD4498D08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D7C-7E06-4CA0-BCD5-6B189E5B7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736A9-6E98-453A-9C25-C2F64125A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FB5C2-C05C-447D-B406-151903D3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05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F991-38D5-4484-A02F-B789EB86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FCE34-9518-4768-B11D-36A3188A9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A092C-B745-41C4-8576-E2574CF8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74B15-9FE6-4C48-A2D0-1549A0ED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E0C16-7483-4808-B73F-A0CC07D56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3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8C0E4-3654-4A52-A38A-70562552D2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4804A-5032-425C-99DB-5414DB190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B6ED-27CE-4BA0-B0B4-DEABA9D4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C5853-9A53-44EE-A714-08026E70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3AFF0-D12C-4F80-AC70-C93B7CE14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18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E03725-FA01-45A7-9729-22BEC93A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0E1D5-8D34-4087-9F83-85D1E250E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B30FA-1ECE-4084-AADC-49889EABB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35A04-6FF8-4D1E-878E-4FFEAC46143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022D5-9A90-461E-A426-72CBD8D9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71E7F-5E2F-417B-8A9C-984E8687E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0678E-7EBB-4997-B87C-53867788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5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opic">
            <a:extLst>
              <a:ext uri="{FF2B5EF4-FFF2-40B4-BE49-F238E27FC236}">
                <a16:creationId xmlns:a16="http://schemas.microsoft.com/office/drawing/2014/main" id="{0FFB51B9-D921-4806-9D6C-DC5C47BCA08C}"/>
              </a:ext>
            </a:extLst>
          </p:cNvPr>
          <p:cNvSpPr txBox="1"/>
          <p:nvPr/>
        </p:nvSpPr>
        <p:spPr>
          <a:xfrm>
            <a:off x="556591" y="1272208"/>
            <a:ext cx="11383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Subpoint</a:t>
            </a:r>
            <a:endParaRPr lang="en-US" sz="3600" dirty="0"/>
          </a:p>
        </p:txBody>
      </p:sp>
      <p:sp>
        <p:nvSpPr>
          <p:cNvPr id="9" name="head1">
            <a:extLst>
              <a:ext uri="{FF2B5EF4-FFF2-40B4-BE49-F238E27FC236}">
                <a16:creationId xmlns:a16="http://schemas.microsoft.com/office/drawing/2014/main" id="{A9E9BDC8-A4BF-4BC9-8945-D80306F74B7F}"/>
              </a:ext>
            </a:extLst>
          </p:cNvPr>
          <p:cNvSpPr txBox="1"/>
          <p:nvPr/>
        </p:nvSpPr>
        <p:spPr>
          <a:xfrm>
            <a:off x="556591" y="2809461"/>
            <a:ext cx="553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Point head</a:t>
            </a:r>
            <a:endParaRPr lang="en-US" sz="2400" dirty="0"/>
          </a:p>
        </p:txBody>
      </p:sp>
      <p:sp>
        <p:nvSpPr>
          <p:cNvPr id="10" name="head2">
            <a:extLst>
              <a:ext uri="{FF2B5EF4-FFF2-40B4-BE49-F238E27FC236}">
                <a16:creationId xmlns:a16="http://schemas.microsoft.com/office/drawing/2014/main" id="{9E7C2F29-444E-435A-8330-AF9FC743E419}"/>
              </a:ext>
            </a:extLst>
          </p:cNvPr>
          <p:cNvSpPr txBox="1"/>
          <p:nvPr/>
        </p:nvSpPr>
        <p:spPr>
          <a:xfrm>
            <a:off x="6400800" y="2809461"/>
            <a:ext cx="553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Point head</a:t>
            </a:r>
            <a:endParaRPr lang="en-US" sz="2400" dirty="0"/>
          </a:p>
        </p:txBody>
      </p:sp>
      <p:sp>
        <p:nvSpPr>
          <p:cNvPr id="11" name="head3">
            <a:extLst>
              <a:ext uri="{FF2B5EF4-FFF2-40B4-BE49-F238E27FC236}">
                <a16:creationId xmlns:a16="http://schemas.microsoft.com/office/drawing/2014/main" id="{8CAB9BF9-C9F1-41B2-97BF-5DCBFB12E986}"/>
              </a:ext>
            </a:extLst>
          </p:cNvPr>
          <p:cNvSpPr txBox="1"/>
          <p:nvPr/>
        </p:nvSpPr>
        <p:spPr>
          <a:xfrm>
            <a:off x="556589" y="5216460"/>
            <a:ext cx="11383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Point head</a:t>
            </a:r>
            <a:endParaRPr lang="en-US" sz="2400" dirty="0"/>
          </a:p>
        </p:txBody>
      </p:sp>
      <p:sp>
        <p:nvSpPr>
          <p:cNvPr id="12" name="content1">
            <a:extLst>
              <a:ext uri="{FF2B5EF4-FFF2-40B4-BE49-F238E27FC236}">
                <a16:creationId xmlns:a16="http://schemas.microsoft.com/office/drawing/2014/main" id="{E75D5FB9-8DD8-467F-AE0D-B87DECEBF005}"/>
              </a:ext>
            </a:extLst>
          </p:cNvPr>
          <p:cNvSpPr txBox="1"/>
          <p:nvPr/>
        </p:nvSpPr>
        <p:spPr>
          <a:xfrm>
            <a:off x="556590" y="3461181"/>
            <a:ext cx="553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Point content</a:t>
            </a:r>
            <a:endParaRPr lang="en-US" dirty="0"/>
          </a:p>
        </p:txBody>
      </p:sp>
      <p:sp>
        <p:nvSpPr>
          <p:cNvPr id="13" name="content2">
            <a:extLst>
              <a:ext uri="{FF2B5EF4-FFF2-40B4-BE49-F238E27FC236}">
                <a16:creationId xmlns:a16="http://schemas.microsoft.com/office/drawing/2014/main" id="{CBB518D7-7502-4439-8745-8B582EFB3E4D}"/>
              </a:ext>
            </a:extLst>
          </p:cNvPr>
          <p:cNvSpPr txBox="1"/>
          <p:nvPr/>
        </p:nvSpPr>
        <p:spPr>
          <a:xfrm>
            <a:off x="6400799" y="3494542"/>
            <a:ext cx="553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Point content</a:t>
            </a:r>
            <a:endParaRPr lang="en-US" dirty="0"/>
          </a:p>
        </p:txBody>
      </p:sp>
      <p:sp>
        <p:nvSpPr>
          <p:cNvPr id="14" name="content3">
            <a:extLst>
              <a:ext uri="{FF2B5EF4-FFF2-40B4-BE49-F238E27FC236}">
                <a16:creationId xmlns:a16="http://schemas.microsoft.com/office/drawing/2014/main" id="{DC764AB3-5B65-471F-8F4A-6A85AC2D2CF3}"/>
              </a:ext>
            </a:extLst>
          </p:cNvPr>
          <p:cNvSpPr txBox="1"/>
          <p:nvPr/>
        </p:nvSpPr>
        <p:spPr>
          <a:xfrm>
            <a:off x="556590" y="5683514"/>
            <a:ext cx="553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Point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48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3</cp:revision>
  <dcterms:created xsi:type="dcterms:W3CDTF">2026-08-07T12:36:57Z</dcterms:created>
  <dcterms:modified xsi:type="dcterms:W3CDTF">2026-08-07T12:42:03Z</dcterms:modified>
</cp:coreProperties>
</file>