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2E3E5-6977-44E0-8592-BF8EB8A2F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AEF908-32B9-46E4-B9CC-17AE53D236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615CA-F05F-4B83-8032-35CD7D6C7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FB3E9-EE95-48BA-AB71-5AE750AFD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328AF0-4276-44EA-9049-50D7A3A90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963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00BEE-D9CF-48F3-989E-4009F6DF6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57DC7-E402-4687-9023-C299D7849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B3017-251F-406B-A4E3-6B298C862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6CFC7-7A31-4683-B7F5-419324601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DC1DA-042D-41D2-910C-B79425740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53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4A67E-6320-4BE9-AA6C-CDAFA7BC7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2AE723-6E70-4F8C-A586-AF8B6E0D6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8637E5-99FC-4FCE-9BE1-66CB261A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41418-3674-402B-A4FC-03D74E0A4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E6E27E-B06B-41B8-AC4F-B9B63A758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880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1291B-F0AA-413F-8982-1BC6EE8F9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C3FEC-477C-463A-87D5-F1C4676D53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F45363-F5C3-4618-9DC2-A1B774C40A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6EF530-845E-4AE1-AAC9-6011F5D27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0DF5D0-E752-43DE-8B6C-F54A217CC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52646-1DD6-42C0-BCF9-0DEDA1DC3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170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A6850-25CF-4216-8B1C-6A712F292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D8B08-C174-402D-A1B6-1301B04760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61449-17E4-4FAD-B5BD-24F785E547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871F4-C5B7-4C9A-86A1-0CCE6660E5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72490D-E813-40E8-965D-43E282CD3B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3EE6D5-0ABB-4B48-BFB2-E60DFCD36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D6178C-5A86-4004-B0AA-70AEC559B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1385D-190B-4B54-8C41-55C37E92B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20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C5EB8-C330-4650-86A4-63BDF229B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163CDA-1624-42F5-9177-78CB52E93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7CEE63-09E2-45BF-AEE8-AA8C639F0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CD8887-9A63-4C9E-A390-5F1F361E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387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A056C5-6D28-461B-A4DC-5C015B70B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309437-CD6D-4C7C-A692-A4440393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3B4ADC-0C4A-4B71-BC07-40D33FB9D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373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09E9E-D0DB-4C38-8BF9-BC94EC392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F20AD-11C8-4DDE-A399-7203884D1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F95261-AFE7-4093-A815-7E8E59B0A6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F21CBA-F10C-46B4-8318-3C77B32CF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EAFC-F209-4B60-A6D9-8A4BD08DF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98E5B1-C383-44E9-8CDC-69617A85F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87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6B85E-BB6A-4B73-B19D-5D85E9860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82ABFE-B8D2-456B-A7EC-A03F3FA30E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AC57CA-7190-4C93-9BD5-D9D08CADB0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87D4D6-D4E6-49D1-B164-8029E8E9D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4EE0D-2780-4C7B-8CB0-11DD08B00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541F9-0C1D-44DA-AFC9-6807F5477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65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385B4-1FD7-4343-A67B-479F3A159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877DE1-32FC-4D3B-8938-E7F695570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D8F43-F065-413F-B526-41CB78456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4BC44-66D8-40F1-9183-33EBFA9E3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C5529-2B07-4C14-ACEE-B4B644D71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73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4CFB38-9CFA-45EF-AA9B-4C191520F5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0CAED1-98CF-4567-A56A-2419200E97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77FA2-14E8-400D-90ED-8F0A9DB25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1C77-E8F0-4DC8-87CC-794128D30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61659-F301-441F-9089-7BEF69FA4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11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C5E7DA-B463-4029-80DC-F92049C82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B76B22-230A-46AB-8067-25A26A443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4C6075-D5F4-4241-8E40-A2D6200AA6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087C58-514E-433C-B031-87B44C211B19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5AB9B0-E42B-4A83-B27E-92CC2F4C1C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B2938-E074-41A4-8BC0-84BA3B2D8B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27C31A-E6FC-4BFA-9784-8111648F41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177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1">
            <a:extLst>
              <a:ext uri="{FF2B5EF4-FFF2-40B4-BE49-F238E27FC236}">
                <a16:creationId xmlns:a16="http://schemas.microsoft.com/office/drawing/2014/main" id="{54FB0FDB-46CC-42BE-A833-C89184E3471E}"/>
              </a:ext>
            </a:extLst>
          </p:cNvPr>
          <p:cNvSpPr txBox="1"/>
          <p:nvPr/>
        </p:nvSpPr>
        <p:spPr>
          <a:xfrm>
            <a:off x="350251" y="3043533"/>
            <a:ext cx="5713159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18484F3A-33E9-4106-BBE3-C35CDE75E4F4}"/>
              </a:ext>
            </a:extLst>
          </p:cNvPr>
          <p:cNvSpPr txBox="1"/>
          <p:nvPr/>
        </p:nvSpPr>
        <p:spPr>
          <a:xfrm>
            <a:off x="350251" y="2441330"/>
            <a:ext cx="57457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4" name="content3">
            <a:extLst>
              <a:ext uri="{FF2B5EF4-FFF2-40B4-BE49-F238E27FC236}">
                <a16:creationId xmlns:a16="http://schemas.microsoft.com/office/drawing/2014/main" id="{7ED6F132-1EC3-4F89-ACC9-391787BE6AE2}"/>
              </a:ext>
            </a:extLst>
          </p:cNvPr>
          <p:cNvSpPr txBox="1"/>
          <p:nvPr/>
        </p:nvSpPr>
        <p:spPr>
          <a:xfrm>
            <a:off x="415434" y="5525002"/>
            <a:ext cx="5647975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5" name="head3">
            <a:extLst>
              <a:ext uri="{FF2B5EF4-FFF2-40B4-BE49-F238E27FC236}">
                <a16:creationId xmlns:a16="http://schemas.microsoft.com/office/drawing/2014/main" id="{1EC6BFD2-A54A-4CFB-BE32-CB35F7C65D66}"/>
              </a:ext>
            </a:extLst>
          </p:cNvPr>
          <p:cNvSpPr txBox="1"/>
          <p:nvPr/>
        </p:nvSpPr>
        <p:spPr>
          <a:xfrm>
            <a:off x="382842" y="4952327"/>
            <a:ext cx="56805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6" name="content2">
            <a:extLst>
              <a:ext uri="{FF2B5EF4-FFF2-40B4-BE49-F238E27FC236}">
                <a16:creationId xmlns:a16="http://schemas.microsoft.com/office/drawing/2014/main" id="{228BCD66-C14B-42CD-A438-BC7AA99965CD}"/>
              </a:ext>
            </a:extLst>
          </p:cNvPr>
          <p:cNvSpPr txBox="1"/>
          <p:nvPr/>
        </p:nvSpPr>
        <p:spPr>
          <a:xfrm>
            <a:off x="6374296" y="3043533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7" name="head2">
            <a:extLst>
              <a:ext uri="{FF2B5EF4-FFF2-40B4-BE49-F238E27FC236}">
                <a16:creationId xmlns:a16="http://schemas.microsoft.com/office/drawing/2014/main" id="{CD5BF12C-71C8-4652-9154-19F255752D5D}"/>
              </a:ext>
            </a:extLst>
          </p:cNvPr>
          <p:cNvSpPr txBox="1"/>
          <p:nvPr/>
        </p:nvSpPr>
        <p:spPr>
          <a:xfrm>
            <a:off x="6341705" y="2441330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9" name="head4">
            <a:extLst>
              <a:ext uri="{FF2B5EF4-FFF2-40B4-BE49-F238E27FC236}">
                <a16:creationId xmlns:a16="http://schemas.microsoft.com/office/drawing/2014/main" id="{B5F1E050-5BFC-480A-9E92-7665641E2034}"/>
              </a:ext>
            </a:extLst>
          </p:cNvPr>
          <p:cNvSpPr txBox="1"/>
          <p:nvPr/>
        </p:nvSpPr>
        <p:spPr>
          <a:xfrm>
            <a:off x="6341705" y="4952327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21" name="content4">
            <a:extLst>
              <a:ext uri="{FF2B5EF4-FFF2-40B4-BE49-F238E27FC236}">
                <a16:creationId xmlns:a16="http://schemas.microsoft.com/office/drawing/2014/main" id="{CFBB8D88-C46B-4BFD-95E5-3CD2F79AB4A3}"/>
              </a:ext>
            </a:extLst>
          </p:cNvPr>
          <p:cNvSpPr txBox="1"/>
          <p:nvPr/>
        </p:nvSpPr>
        <p:spPr>
          <a:xfrm>
            <a:off x="6374296" y="5537102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27" name="subpoint">
            <a:extLst>
              <a:ext uri="{FF2B5EF4-FFF2-40B4-BE49-F238E27FC236}">
                <a16:creationId xmlns:a16="http://schemas.microsoft.com/office/drawing/2014/main" id="{1FC39E55-DAC2-4D18-8701-DF4E171179AC}"/>
              </a:ext>
            </a:extLst>
          </p:cNvPr>
          <p:cNvSpPr txBox="1"/>
          <p:nvPr/>
        </p:nvSpPr>
        <p:spPr>
          <a:xfrm>
            <a:off x="168257" y="330442"/>
            <a:ext cx="10563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dirty="0"/>
              <a:t>Title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140470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17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Vinayak Chetiyar</dc:creator>
  <cp:lastModifiedBy>Vinayak Chetiyar</cp:lastModifiedBy>
  <cp:revision>3</cp:revision>
  <dcterms:created xsi:type="dcterms:W3CDTF">2026-07-19T11:44:34Z</dcterms:created>
  <dcterms:modified xsi:type="dcterms:W3CDTF">2026-07-25T10:36:01Z</dcterms:modified>
</cp:coreProperties>
</file>