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2C5E-CB94-4E41-A5E0-90E9B759E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69A02-C273-4931-8C6A-E9C54D59B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83785-5A27-44B0-AA11-F65C239C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CC8F-EC02-4704-A730-BDE96266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75ACC-44B9-4DE6-875D-CF2B8C41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3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F244-5DE4-4A4F-A5F4-93F51D1A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62E05-A88F-4504-876C-00B195C05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5048D-91C0-4205-B7F4-07B85A04A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C646B-A8DE-4E9A-A5B3-34488CD7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07C15-1991-4DE8-B2AE-CCB49904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27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63A0-7E8D-48D1-9018-5520D723D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B3F24-E507-4699-8489-6A8036CE3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3E42D-83C3-4B9F-A5D8-440ABAE6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EC7ED-C2A0-4CC5-ABEE-DF8A8C70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17C20-2CCA-408E-93F1-0B2B1FCBA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5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D7E6-8AB2-4BFE-846E-0154C9B1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817C4-2621-41F8-9148-8F4A29C0D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32006-0E59-4E1A-BF44-E036A62E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B9241-8EDB-422C-84D9-81EA69BF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5ECAA-6651-4187-B4E9-9A76D791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73265-8106-41C6-86D7-F6B52EDA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9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E150-509E-4592-9ED5-23BCE827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F3A44-E85F-4122-B43C-A9C839CC3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6437D-FC69-4D8A-92DC-8B853D05E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97519-9D06-4FB3-BB5A-14A5E6AB7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1E303-E909-40CF-B60B-ED9135B38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3EA6D-ED87-466F-9CEB-2DE324EDC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DE4A7-F09E-4A4B-844B-B042637D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268C8-3BBD-4145-8B27-CA25445B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6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C075-11E2-4EC9-A767-CEA247D6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F131B-EBCB-4C5A-967B-ACB26191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94129-8376-4251-A85E-64F945E6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A9FAE-B653-4074-BCB5-1DF78F73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66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2CC3D9-F34B-46CA-9E83-091F6E11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CA126-39CD-46C2-813A-BDEAE659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35A36-2C8F-4243-A42C-94312645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5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DE40-5903-47C2-9E9E-62061876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7A813-42E2-4E7D-85C2-363ECE3E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E3557-AF24-4CDC-9117-EE602CBBC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768AB-562D-4479-9FF3-C8AB68EA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36A3B-7793-434C-801A-A420F90B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37319-E94F-4B92-ABB3-C7946C38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92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B2DF-5583-4EBA-9903-7A9D26671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D38E5-B5C1-4143-8D9E-4BE2A3B48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9B9A7-AB96-4476-B882-AA8DB2C67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7159F-DBFD-4375-ADDE-4090244E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4B8E6-0F22-49B2-A8AE-5A0D4DC6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2E0D7-C892-4033-8CF1-71B95F4A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6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28D1-DA02-4734-8111-79C4B108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3589E-EFFA-4A5C-9C83-13DE268B2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4268B-D99E-41ED-AF20-AB0D9441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6CE2E-619B-49B4-9FF7-F09C7B6B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690CC-55D8-42E9-B430-BB05DFD3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CD753-193C-415D-91F3-66D63356E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05B26-1A5B-4529-92AB-C4CDB3C30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D2FD-6784-4D9A-B5BB-FE3D31F3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8F483-A896-4707-BB4C-976DCCC4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9ADF5-D54C-4010-8CD6-4DB1026C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8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51314-E4C3-4EF2-81C2-2F32670D0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630DF-4286-462E-AB31-6C173628D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144B8-F2E3-46E7-B9B2-FA36021C7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13875-5B45-4F9D-9285-E7BA85CFB8A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3D35-3D65-4131-A7C7-ED82135D4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4D7D-0384-49C9-9325-02BA936F0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3372B-642F-498F-8B48-459077063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9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1;p32">
            <a:extLst>
              <a:ext uri="{FF2B5EF4-FFF2-40B4-BE49-F238E27FC236}">
                <a16:creationId xmlns:a16="http://schemas.microsoft.com/office/drawing/2014/main" id="{9ACD8CA5-4451-4ED5-B63B-DFEF44E87616}"/>
              </a:ext>
            </a:extLst>
          </p:cNvPr>
          <p:cNvSpPr txBox="1">
            <a:spLocks/>
          </p:cNvSpPr>
          <p:nvPr/>
        </p:nvSpPr>
        <p:spPr>
          <a:xfrm>
            <a:off x="5394900" y="1801287"/>
            <a:ext cx="116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01</a:t>
            </a:r>
          </a:p>
        </p:txBody>
      </p:sp>
      <p:sp>
        <p:nvSpPr>
          <p:cNvPr id="3" name="Google Shape;173;p32">
            <a:extLst>
              <a:ext uri="{FF2B5EF4-FFF2-40B4-BE49-F238E27FC236}">
                <a16:creationId xmlns:a16="http://schemas.microsoft.com/office/drawing/2014/main" id="{21EBBC7F-3BF9-411A-AC9F-280CDA1EBF71}"/>
              </a:ext>
            </a:extLst>
          </p:cNvPr>
          <p:cNvSpPr txBox="1">
            <a:spLocks/>
          </p:cNvSpPr>
          <p:nvPr/>
        </p:nvSpPr>
        <p:spPr>
          <a:xfrm>
            <a:off x="5392252" y="5174471"/>
            <a:ext cx="116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03</a:t>
            </a:r>
          </a:p>
        </p:txBody>
      </p:sp>
      <p:cxnSp>
        <p:nvCxnSpPr>
          <p:cNvPr id="4" name="Google Shape;178;p32">
            <a:extLst>
              <a:ext uri="{FF2B5EF4-FFF2-40B4-BE49-F238E27FC236}">
                <a16:creationId xmlns:a16="http://schemas.microsoft.com/office/drawing/2014/main" id="{4D0AF5DD-3304-47B9-9DBD-552A0C712BFC}"/>
              </a:ext>
            </a:extLst>
          </p:cNvPr>
          <p:cNvCxnSpPr>
            <a:cxnSpLocks/>
          </p:cNvCxnSpPr>
          <p:nvPr/>
        </p:nvCxnSpPr>
        <p:spPr>
          <a:xfrm>
            <a:off x="5243772" y="1237405"/>
            <a:ext cx="0" cy="544890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Google Shape;179;p32">
            <a:extLst>
              <a:ext uri="{FF2B5EF4-FFF2-40B4-BE49-F238E27FC236}">
                <a16:creationId xmlns:a16="http://schemas.microsoft.com/office/drawing/2014/main" id="{08C8FDE0-2039-417A-8014-7FD5C8720338}"/>
              </a:ext>
            </a:extLst>
          </p:cNvPr>
          <p:cNvCxnSpPr/>
          <p:nvPr/>
        </p:nvCxnSpPr>
        <p:spPr>
          <a:xfrm rot="10800000">
            <a:off x="4888884" y="2069642"/>
            <a:ext cx="366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80;p32">
            <a:extLst>
              <a:ext uri="{FF2B5EF4-FFF2-40B4-BE49-F238E27FC236}">
                <a16:creationId xmlns:a16="http://schemas.microsoft.com/office/drawing/2014/main" id="{9C247B9B-3CE8-4CA5-BC6D-ED5951DC35A0}"/>
              </a:ext>
            </a:extLst>
          </p:cNvPr>
          <p:cNvCxnSpPr/>
          <p:nvPr/>
        </p:nvCxnSpPr>
        <p:spPr>
          <a:xfrm rot="10800000">
            <a:off x="5243772" y="3757261"/>
            <a:ext cx="366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181;p32">
            <a:extLst>
              <a:ext uri="{FF2B5EF4-FFF2-40B4-BE49-F238E27FC236}">
                <a16:creationId xmlns:a16="http://schemas.microsoft.com/office/drawing/2014/main" id="{B99263AB-A4F5-4E49-AE7F-761BDE140E7D}"/>
              </a:ext>
            </a:extLst>
          </p:cNvPr>
          <p:cNvCxnSpPr/>
          <p:nvPr/>
        </p:nvCxnSpPr>
        <p:spPr>
          <a:xfrm rot="10800000">
            <a:off x="4847631" y="5455878"/>
            <a:ext cx="366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173;p32">
            <a:extLst>
              <a:ext uri="{FF2B5EF4-FFF2-40B4-BE49-F238E27FC236}">
                <a16:creationId xmlns:a16="http://schemas.microsoft.com/office/drawing/2014/main" id="{59DC8F83-EC2B-4C3F-8303-4E92717D5388}"/>
              </a:ext>
            </a:extLst>
          </p:cNvPr>
          <p:cNvSpPr txBox="1">
            <a:spLocks/>
          </p:cNvSpPr>
          <p:nvPr/>
        </p:nvSpPr>
        <p:spPr>
          <a:xfrm>
            <a:off x="4137794" y="3529571"/>
            <a:ext cx="116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02</a:t>
            </a:r>
          </a:p>
        </p:txBody>
      </p:sp>
      <p:sp>
        <p:nvSpPr>
          <p:cNvPr id="9" name="content3">
            <a:extLst>
              <a:ext uri="{FF2B5EF4-FFF2-40B4-BE49-F238E27FC236}">
                <a16:creationId xmlns:a16="http://schemas.microsoft.com/office/drawing/2014/main" id="{87510014-2DBF-4A05-807A-5F40DAB03A54}"/>
              </a:ext>
            </a:extLst>
          </p:cNvPr>
          <p:cNvSpPr txBox="1"/>
          <p:nvPr/>
        </p:nvSpPr>
        <p:spPr>
          <a:xfrm>
            <a:off x="318052" y="5355452"/>
            <a:ext cx="4564099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10" name="head3">
            <a:extLst>
              <a:ext uri="{FF2B5EF4-FFF2-40B4-BE49-F238E27FC236}">
                <a16:creationId xmlns:a16="http://schemas.microsoft.com/office/drawing/2014/main" id="{4CDE91AD-7D68-479F-B878-760D6B57DF98}"/>
              </a:ext>
            </a:extLst>
          </p:cNvPr>
          <p:cNvSpPr txBox="1"/>
          <p:nvPr/>
        </p:nvSpPr>
        <p:spPr>
          <a:xfrm>
            <a:off x="318052" y="4770677"/>
            <a:ext cx="4564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11" name="content2">
            <a:extLst>
              <a:ext uri="{FF2B5EF4-FFF2-40B4-BE49-F238E27FC236}">
                <a16:creationId xmlns:a16="http://schemas.microsoft.com/office/drawing/2014/main" id="{5DFB1118-D534-4F23-8272-FB69C2E9049D}"/>
              </a:ext>
            </a:extLst>
          </p:cNvPr>
          <p:cNvSpPr txBox="1"/>
          <p:nvPr/>
        </p:nvSpPr>
        <p:spPr>
          <a:xfrm>
            <a:off x="5968366" y="3751471"/>
            <a:ext cx="5945321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12" name="head2">
            <a:extLst>
              <a:ext uri="{FF2B5EF4-FFF2-40B4-BE49-F238E27FC236}">
                <a16:creationId xmlns:a16="http://schemas.microsoft.com/office/drawing/2014/main" id="{3E071FFE-7960-4952-BF3A-0FE9A5FDB4EA}"/>
              </a:ext>
            </a:extLst>
          </p:cNvPr>
          <p:cNvSpPr txBox="1"/>
          <p:nvPr/>
        </p:nvSpPr>
        <p:spPr>
          <a:xfrm>
            <a:off x="5968366" y="3166696"/>
            <a:ext cx="5945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13" name="content1">
            <a:extLst>
              <a:ext uri="{FF2B5EF4-FFF2-40B4-BE49-F238E27FC236}">
                <a16:creationId xmlns:a16="http://schemas.microsoft.com/office/drawing/2014/main" id="{0D56670D-A85A-448F-818D-6D415FB1A2AD}"/>
              </a:ext>
            </a:extLst>
          </p:cNvPr>
          <p:cNvSpPr txBox="1"/>
          <p:nvPr/>
        </p:nvSpPr>
        <p:spPr>
          <a:xfrm>
            <a:off x="318052" y="2098358"/>
            <a:ext cx="4564099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14" name="head1">
            <a:extLst>
              <a:ext uri="{FF2B5EF4-FFF2-40B4-BE49-F238E27FC236}">
                <a16:creationId xmlns:a16="http://schemas.microsoft.com/office/drawing/2014/main" id="{9A4C4650-475C-4F06-912B-7A535409FDDC}"/>
              </a:ext>
            </a:extLst>
          </p:cNvPr>
          <p:cNvSpPr txBox="1"/>
          <p:nvPr/>
        </p:nvSpPr>
        <p:spPr>
          <a:xfrm>
            <a:off x="318052" y="1513583"/>
            <a:ext cx="4564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15" name="subtopic">
            <a:extLst>
              <a:ext uri="{FF2B5EF4-FFF2-40B4-BE49-F238E27FC236}">
                <a16:creationId xmlns:a16="http://schemas.microsoft.com/office/drawing/2014/main" id="{0817A346-3588-46F6-9A91-768330515E36}"/>
              </a:ext>
            </a:extLst>
          </p:cNvPr>
          <p:cNvSpPr txBox="1"/>
          <p:nvPr/>
        </p:nvSpPr>
        <p:spPr>
          <a:xfrm>
            <a:off x="318052" y="209886"/>
            <a:ext cx="1088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1201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3</cp:revision>
  <dcterms:created xsi:type="dcterms:W3CDTF">2026-07-19T12:25:16Z</dcterms:created>
  <dcterms:modified xsi:type="dcterms:W3CDTF">2026-08-01T04:46:08Z</dcterms:modified>
</cp:coreProperties>
</file>