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">
            <a:extLst>
              <a:ext uri="{FF2B5EF4-FFF2-40B4-BE49-F238E27FC236}">
                <a16:creationId xmlns:a16="http://schemas.microsoft.com/office/drawing/2014/main" id="{68F43B52-1B45-4C34-8475-5DF70371FDD0}"/>
              </a:ext>
            </a:extLst>
          </p:cNvPr>
          <p:cNvSpPr txBox="1"/>
          <p:nvPr/>
        </p:nvSpPr>
        <p:spPr>
          <a:xfrm>
            <a:off x="925688" y="2630311"/>
            <a:ext cx="10679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Rise of Digital Payments in India: A UPI Revolution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Digital payments in India evolved through four phases: pre-2010 with NEFT/RTGS, 2010-2015 with mobile wallets and IMPS, 2016-2020 with UPI's launch, and 2020-2024 marked by rapid growth during COVID-19.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Four Phases of Digital Payments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In 2024, India's digital payment adoption reached 87%, significantly exceeding the global average of 62%, driven by youth engagement and the rise of fintech solutions.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High Adoption Rates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By December 2024, UPI achieved an impressive 16.73 billion transactions, reflecting its pivotal role in India's digital payment landscape and the surge in total digital transaction value to ₹2,428,200 billion.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UPI's Transaction Milestone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Enhancing Financial Inclusion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has significantly improved financial inclusion, especially for low-income households and small merchants, by simplifying transactions and expanding access to formal financial services.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Evolution of Digital Payments in India: From Cash to UPI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UPI's open architecture enables seamless interoperability among banks and payment providers, enhancing user convenience in digital transactions.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Open Architecture Infrastructure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Recent UPI advancements allow credit card payments directly within the platform, catering to users who prefer credit over debit transactions.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Integration of Credit Cards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Key UPI innovations include single-click payments, virtual addresses, and recurring payment setups, simplifying transactions and improving user experience.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Innovative Payment Features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Global Expansion of UPI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UPI's services have expanded to countries like Singapore, UAE, and Nepal, showcasing its potential as a global model for real-time payment systems.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Key Features and Innovations of UPI: How It 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has boosted India's Financial Inclusion Index from 43.4 in 2017 to 64.2 in 2024, enhancing access to financial services for low-income households and small merchants.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Advancement in Financial Inclusion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Since its launch, UPI has saved the Indian economy approximately $67 billion and is projected to increase GDP by $45.6 billion (1.12%) by 2026.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Significant Economic Contributions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transactions soared from 0.09 million in July 2016 to over 16.7 billion by December 2024, integrating underserved populations into the formal economy.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Surge in Transaction Volumes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Preferred Payment Method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Over 43% of users favor UPI for its ease, speed, and security, driving a shift towards digital transactions and lowering transaction costs.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UPI's Impact on Financial Inclusion and Economic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encounters issues like technical glitches and outages, impacting transaction success; ongoing infrastructure improvements aim to enhance reliability.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Technical Challenges in UPI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Despite high awareness of UPI, a gap exists in active usage, particularly in rural regions; targeted campaigns and incentives are crucial for building consumer trust.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Need for Awareness Campaigns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Limited digital literacy and smartphone access in rural India hinder UPI adoption, necessitating initiatives to improve technology access and financial education.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Digital Divide in Rural Areas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Enhancements with UPI 2.0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2.0 introduces features like overdraft facilities to improve user experience, but ongoing investments in technology and fraud management are vital for sustainability.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Challenges and Solutions in UPI's Implementation and Adoption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aims to launch in over 20 countries by March 2029, enhancing cross-border remittances and international trade efficiency.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Global Expansion Plans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In October 2024, UPI achieved 16.58 billion transactions in a month, marking a 45% increase year-on-year due to improved banking integration.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Record Transaction Growth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New UPI Circle allows users to delegate payment tasks to trusted contacts, while UPI Vouchers enable easy transfer of prepaid vouchers.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Innovative Features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International Adoption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UPI is already accepted in countries like the UAE and Singapore, with recent expansions into France and Sri Lanka, showcasing its global potential.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Future of UPI: Global Expansion and Technological Advancements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ending">
            <a:extLst>
              <a:ext uri="{FF2B5EF4-FFF2-40B4-BE49-F238E27FC236}">
                <a16:creationId xmlns:a16="http://schemas.microsoft.com/office/drawing/2014/main" id="{3F2BFDD8-8459-4FE6-A381-38F0E1D8B287}"/>
              </a:ext>
            </a:extLst>
          </p:cNvPr>
          <p:cNvSpPr txBox="1"/>
          <p:nvPr/>
        </p:nvSpPr>
        <p:spPr>
          <a:xfrm>
            <a:off x="4097866" y="1117600"/>
            <a:ext cx="80941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journey of UPI exemplifies the transformative power of digital payments in shaping India's financial landscape.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