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29" autoAdjust="0"/>
    <p:restoredTop sz="94660"/>
  </p:normalViewPr>
  <p:slideViewPr>
    <p:cSldViewPr snapToGrid="0">
      <p:cViewPr varScale="1">
        <p:scale>
          <a:sx n="70" d="100"/>
          <a:sy n="70" d="100"/>
        </p:scale>
        <p:origin x="66" y="1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FAF490-89BD-4C48-8F3A-891833B560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E02078-D568-4DB7-970F-865964A302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F287AC-8E78-4CD4-86BE-D51BBE5C97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FCD8C-FE9B-4A27-A98A-E048A60EE720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31295B-553C-4C22-881E-BCB73769EA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C1ED35-DC08-4967-9105-47FC8A546E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55BCF-AC53-4A04-99FC-01397BF146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87075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ECA569-1930-49B5-A5E6-23DFCF529B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DCE4CA-8905-414B-BFCC-E1BAE0C9CF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3E49F4-A2D5-481A-B9DE-63182F94D8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FCD8C-FE9B-4A27-A98A-E048A60EE720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9E3463-F9FE-41B6-89B9-A8D428289F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30C9CE-9E6B-44FC-B19C-27D4A305BB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55BCF-AC53-4A04-99FC-01397BF146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18398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E0862B-51CC-4F8A-A422-DA087B32A6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EC7A42-396C-442E-AFD8-DBA2356531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DB0272-D8F9-492E-80FD-10488EE4B0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FCD8C-FE9B-4A27-A98A-E048A60EE720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3EBE50-1A34-4AB1-8184-3B03C3F8AA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A9C15E-91C4-4B5C-9874-2CA216AB39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55BCF-AC53-4A04-99FC-01397BF146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571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FC229B-7D08-447A-B0ED-AAEA1A0D71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17AC49-E41F-4D0D-B8DB-071356C401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A3C06A-85E2-4E26-95D3-D979F25254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DA7228-A349-41E3-988E-C38C90D0E8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FCD8C-FE9B-4A27-A98A-E048A60EE720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3CB045-D161-472A-A202-D987F20FD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218B58-F818-4DA6-B513-544540B68B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55BCF-AC53-4A04-99FC-01397BF146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12536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115E9B-EBC8-4B80-9212-F4E2BB7D16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615375-C6D5-4840-BE52-655B0BF6BB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0CDD96-0A53-45EB-A69C-D980E0AA0D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CF41468-92B9-4A1B-B26D-0B38BCCC00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900E3E9-92FA-45F4-A2F5-B4838E5F5EF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3667F0-361A-45A9-8573-ECDB26FA0C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FCD8C-FE9B-4A27-A98A-E048A60EE720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447612-463D-4A51-A2BF-396423E9F2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9F12657-5B2C-4FE5-9DDE-65C8AF3C7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55BCF-AC53-4A04-99FC-01397BF146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3265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4104F6-DD0D-4445-B1E1-1A33130930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4CD7E3-8118-40FD-A783-03F4D74ADB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FCD8C-FE9B-4A27-A98A-E048A60EE720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9EF559-53EC-4425-B791-4F2E92836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E79B82-0C97-4FCA-99D9-5E728C8550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55BCF-AC53-4A04-99FC-01397BF146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24310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7758E52-B349-4827-9D23-575DC4E32B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FCD8C-FE9B-4A27-A98A-E048A60EE720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6318C39-1FE8-4785-86C2-01D163E4B8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07E0A3-F149-41F4-A8AF-8666934C9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55BCF-AC53-4A04-99FC-01397BF146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90127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CC19D7-1376-4B67-AA22-8C5683392A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1DE831-9264-49F0-A94A-CAEF30FBC6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8F12E7-E417-4B1D-80E2-C12635EA65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3B1004-052A-4DC6-A363-D5262C9A62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FCD8C-FE9B-4A27-A98A-E048A60EE720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EA0C57-B004-41BB-A68D-52075640E3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B096AF-5D28-4114-AFF9-09362927D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55BCF-AC53-4A04-99FC-01397BF146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77943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914AF2-718A-434E-A6F4-C1BC2037C1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E137D2C-2329-4BA8-BCB9-F07CE638FC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A4FFCF-9FEB-4BE8-B988-0BB95A9821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1C8238-95DC-4725-9337-C29E58C69B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FCD8C-FE9B-4A27-A98A-E048A60EE720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32ADC8-47DE-406F-B098-9FEE444D49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B458D5-9BCE-4E2F-B6D2-E88F82FD0B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55BCF-AC53-4A04-99FC-01397BF146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38463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D06FE0-A61D-41A8-ADF0-B00C47E7C3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B572D3-373B-4F25-B58A-7F3351C34A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19E0DB-2359-48FC-ABAC-775EA374D3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FCD8C-FE9B-4A27-A98A-E048A60EE720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04B0A9-DE20-44CA-B722-18304AA90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1CB507-A4F2-46A8-90AA-12B8319C84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55BCF-AC53-4A04-99FC-01397BF146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30441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E2A9152-CC6F-4C0A-B998-74A2F24869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47C41DF-C826-4E0B-92B7-5D9C399965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B8A258-C235-418F-946B-56E62488E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FCD8C-FE9B-4A27-A98A-E048A60EE720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44EFB6-09E2-4D07-B056-A76F73B45C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B10B0A-F0BB-482C-B3EC-15FC3C41F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55BCF-AC53-4A04-99FC-01397BF146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6947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192C3FB-976A-4DC0-87ED-16B93C9451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69E5B1-76A4-433A-B622-91D4A1AC92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5E279A-0987-48D0-9DC2-2A14D73EE1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EFCD8C-FE9B-4A27-A98A-E048A60EE720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C46A64-7D5C-4C7F-BC00-315C2AA63A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A28D55-C8DB-4F66-A3AB-80E317F9F0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E55BCF-AC53-4A04-99FC-01397BF146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08566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1">
            <a:extLst>
              <a:ext uri="{FF2B5EF4-FFF2-40B4-BE49-F238E27FC236}">
                <a16:creationId xmlns:a16="http://schemas.microsoft.com/office/drawing/2014/main" id="{4CFE2BC8-54A5-407E-B141-B5EC04BD3417}"/>
              </a:ext>
            </a:extLst>
          </p:cNvPr>
          <p:cNvSpPr txBox="1"/>
          <p:nvPr/>
        </p:nvSpPr>
        <p:spPr>
          <a:xfrm>
            <a:off x="382842" y="2321170"/>
            <a:ext cx="7843072" cy="64633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IN" dirty="0"/>
              <a:t>Bullet</a:t>
            </a:r>
          </a:p>
          <a:p>
            <a:r>
              <a:rPr lang="en-IN" dirty="0"/>
              <a:t>details</a:t>
            </a:r>
          </a:p>
        </p:txBody>
      </p:sp>
      <p:sp>
        <p:nvSpPr>
          <p:cNvPr id="3" name="head1">
            <a:extLst>
              <a:ext uri="{FF2B5EF4-FFF2-40B4-BE49-F238E27FC236}">
                <a16:creationId xmlns:a16="http://schemas.microsoft.com/office/drawing/2014/main" id="{AF43DD1A-697B-4E09-8F47-DB6EB5F90E42}"/>
              </a:ext>
            </a:extLst>
          </p:cNvPr>
          <p:cNvSpPr txBox="1"/>
          <p:nvPr/>
        </p:nvSpPr>
        <p:spPr>
          <a:xfrm>
            <a:off x="382842" y="1659451"/>
            <a:ext cx="72660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/>
              <a:t>Bullet head</a:t>
            </a:r>
            <a:endParaRPr lang="en-US" sz="3600" dirty="0"/>
          </a:p>
        </p:txBody>
      </p:sp>
      <p:sp>
        <p:nvSpPr>
          <p:cNvPr id="4" name="subpoint">
            <a:extLst>
              <a:ext uri="{FF2B5EF4-FFF2-40B4-BE49-F238E27FC236}">
                <a16:creationId xmlns:a16="http://schemas.microsoft.com/office/drawing/2014/main" id="{216BD8E4-BE8C-48D9-AFBB-D6093A341E66}"/>
              </a:ext>
            </a:extLst>
          </p:cNvPr>
          <p:cNvSpPr txBox="1"/>
          <p:nvPr/>
        </p:nvSpPr>
        <p:spPr>
          <a:xfrm>
            <a:off x="382842" y="202185"/>
            <a:ext cx="10863056" cy="64633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IN" sz="3600" dirty="0"/>
              <a:t>Subpoint</a:t>
            </a:r>
          </a:p>
        </p:txBody>
      </p:sp>
      <p:sp>
        <p:nvSpPr>
          <p:cNvPr id="5" name="content2">
            <a:extLst>
              <a:ext uri="{FF2B5EF4-FFF2-40B4-BE49-F238E27FC236}">
                <a16:creationId xmlns:a16="http://schemas.microsoft.com/office/drawing/2014/main" id="{0114294D-3C82-4496-9578-DE3D20CA1765}"/>
              </a:ext>
            </a:extLst>
          </p:cNvPr>
          <p:cNvSpPr txBox="1"/>
          <p:nvPr/>
        </p:nvSpPr>
        <p:spPr>
          <a:xfrm>
            <a:off x="402712" y="3940580"/>
            <a:ext cx="7855793" cy="64633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IN" dirty="0"/>
              <a:t>Bullet</a:t>
            </a:r>
          </a:p>
          <a:p>
            <a:r>
              <a:rPr lang="en-IN" dirty="0"/>
              <a:t>details</a:t>
            </a:r>
          </a:p>
        </p:txBody>
      </p:sp>
      <p:sp>
        <p:nvSpPr>
          <p:cNvPr id="6" name="head2">
            <a:extLst>
              <a:ext uri="{FF2B5EF4-FFF2-40B4-BE49-F238E27FC236}">
                <a16:creationId xmlns:a16="http://schemas.microsoft.com/office/drawing/2014/main" id="{EC54FAE9-D0C9-4E6D-BD92-BE588E00A0E5}"/>
              </a:ext>
            </a:extLst>
          </p:cNvPr>
          <p:cNvSpPr txBox="1"/>
          <p:nvPr/>
        </p:nvSpPr>
        <p:spPr>
          <a:xfrm>
            <a:off x="388238" y="3281321"/>
            <a:ext cx="74262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/>
              <a:t>Bullet head</a:t>
            </a:r>
            <a:endParaRPr lang="en-US" sz="3600" dirty="0"/>
          </a:p>
        </p:txBody>
      </p:sp>
      <p:sp>
        <p:nvSpPr>
          <p:cNvPr id="7" name="content3">
            <a:extLst>
              <a:ext uri="{FF2B5EF4-FFF2-40B4-BE49-F238E27FC236}">
                <a16:creationId xmlns:a16="http://schemas.microsoft.com/office/drawing/2014/main" id="{BAB09B8F-FCBE-446C-89AD-F3E542DDA470}"/>
              </a:ext>
            </a:extLst>
          </p:cNvPr>
          <p:cNvSpPr txBox="1"/>
          <p:nvPr/>
        </p:nvSpPr>
        <p:spPr>
          <a:xfrm>
            <a:off x="382842" y="5566061"/>
            <a:ext cx="7855793" cy="64633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IN" dirty="0"/>
              <a:t>Bullet</a:t>
            </a:r>
          </a:p>
          <a:p>
            <a:r>
              <a:rPr lang="en-IN" dirty="0"/>
              <a:t>details</a:t>
            </a:r>
          </a:p>
        </p:txBody>
      </p:sp>
      <p:sp>
        <p:nvSpPr>
          <p:cNvPr id="8" name="head3">
            <a:extLst>
              <a:ext uri="{FF2B5EF4-FFF2-40B4-BE49-F238E27FC236}">
                <a16:creationId xmlns:a16="http://schemas.microsoft.com/office/drawing/2014/main" id="{7F46E3E4-B57E-4E3B-ABC9-C8472D45B500}"/>
              </a:ext>
            </a:extLst>
          </p:cNvPr>
          <p:cNvSpPr txBox="1"/>
          <p:nvPr/>
        </p:nvSpPr>
        <p:spPr>
          <a:xfrm>
            <a:off x="388238" y="4900731"/>
            <a:ext cx="74262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/>
              <a:t>Bullet head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495951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</TotalTime>
  <Words>13</Words>
  <Application>Microsoft Office PowerPoint</Application>
  <PresentationFormat>Widescreen</PresentationFormat>
  <Paragraphs>10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Vinayak Chetiyar</dc:creator>
  <cp:lastModifiedBy>Vinayak Chetiyar</cp:lastModifiedBy>
  <cp:revision>5</cp:revision>
  <dcterms:created xsi:type="dcterms:W3CDTF">2026-06-12T08:02:35Z</dcterms:created>
  <dcterms:modified xsi:type="dcterms:W3CDTF">2026-07-25T10:30:53Z</dcterms:modified>
</cp:coreProperties>
</file>