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B1D2B-F163-42B2-9677-A6A99E4784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58A0A-0C2E-4870-96C4-F05889F70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1CC9F-3594-47B7-B75C-EE792290C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7A2E-0686-4E4D-8CB3-A6A9B1B4475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15A2E-1F4A-45EE-9C17-8C135EDFD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797B6-4027-4D0E-9DB0-1C577942F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ED682-0966-444B-A149-E27AB6872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506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6363A-58A9-4204-AF41-BE9CC4997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820B3-A569-485B-A7F1-BD3B3A976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D859D-59D4-437C-B878-F46A8F78E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7A2E-0686-4E4D-8CB3-A6A9B1B4475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36B49-BD63-433D-B05D-2F3023CB9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101D5-8FC0-4230-A48E-4405F0420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ED682-0966-444B-A149-E27AB6872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898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4B46C-704C-45F7-B9B7-A288D7C3B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B5056-BC19-48A4-967D-5959324DE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14584-E5C8-4E06-A8B5-FFCEFF5EF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7A2E-0686-4E4D-8CB3-A6A9B1B4475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B998D-D272-451D-BA95-FD73D6527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FD417-EF2E-4D61-A228-3DE9F0F1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ED682-0966-444B-A149-E27AB6872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984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1728A-7023-4FE6-BA08-2C78B4E15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B9B91-E7E7-438F-A691-DFF54EE0A8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D1F0D4-588A-4078-8082-34A0C106E1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CD44F4-C41D-48B1-86E0-03D420811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7A2E-0686-4E4D-8CB3-A6A9B1B4475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07D576-2B88-419E-9B63-227B69F6F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536500-484C-43AD-BE91-0B81A8CC5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ED682-0966-444B-A149-E27AB6872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009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3E5C4-FA77-46AC-93B1-D4B5BE55A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027C4-47D4-4AD0-9E58-E913D1EF3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E39A3D-9E06-4A6F-ADAA-F7456CEEB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3AC4A8-DCFA-46F4-AB05-CB852821F3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126230-8F95-448E-BFAF-193757A410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E7BA55-2C48-42E0-B88A-E72FA9C11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7A2E-0686-4E4D-8CB3-A6A9B1B4475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FB49F8-4DE8-4446-95C1-359471D32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396503-B4B1-4F27-B073-2C3D0C535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ED682-0966-444B-A149-E27AB6872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371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5AACB-2F3B-4014-BEF0-7CE7AF9CF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8E6268-0BDD-4622-93CD-AA25879DD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7A2E-0686-4E4D-8CB3-A6A9B1B4475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9899EB-8E6E-489C-8B52-49537F183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BB9F0D-E83A-4DAA-8BF4-3B839F027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ED682-0966-444B-A149-E27AB6872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120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B4163C-906B-4A61-A774-C4D1F7311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7A2E-0686-4E4D-8CB3-A6A9B1B4475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607D17-7688-4CB1-9E01-F35CDC078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7A1D0-7695-46C0-8FF6-145D08807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ED682-0966-444B-A149-E27AB6872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4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7715D-182C-4BDB-B90E-2828058DD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559A0-A83F-4BA3-B483-AC195F16D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CD3C14-BD6A-4C44-887D-AE975F55BE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03099F-ABCC-4C8E-BB93-4F5771E2D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7A2E-0686-4E4D-8CB3-A6A9B1B4475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659F1-FB1E-4AFF-A7FB-79BB327B5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A3C94A-02D2-4E1E-8D65-F6004235D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ED682-0966-444B-A149-E27AB6872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31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90953-858E-4913-8E50-82C5C4E7A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D3B96C-1223-4ADF-895F-E163513CAE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3DD92E-C8F1-42F0-B3B7-CCFA6F3C8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BC72E-C7B2-4C60-8C07-45099A9B6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7A2E-0686-4E4D-8CB3-A6A9B1B4475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9A764B-98DE-47E4-A0BC-2779B6B34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B95992-52DB-41DA-88C7-7E9D171E8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ED682-0966-444B-A149-E27AB6872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180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16CFD-B48A-447A-95F1-FAEA3583F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13A62C-16FB-4059-ACF8-9ACB296F78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830AE-B578-4C17-AEC0-DB5B4D42E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7A2E-0686-4E4D-8CB3-A6A9B1B4475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7A1B0-D44F-4644-BF70-00C76773A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EE0BD-0B80-4CC0-957E-001B13F7F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ED682-0966-444B-A149-E27AB6872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578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A32380-EDA9-49EE-BBF9-BE675B6299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CD1568-D6EC-4C68-ABE5-6CFB976DA7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F5F21-C96A-47B5-8690-B747B01C6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7A2E-0686-4E4D-8CB3-A6A9B1B4475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090F8-EC18-49F1-A241-DDEAE05AE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D936B-9319-48D7-B30F-78EC80DEF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ED682-0966-444B-A149-E27AB6872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375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7A9A68-DEF3-4AD8-9310-F7284828D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17297-D83A-4DF1-B143-13B575E64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4C4F7-894F-40E7-8FE5-B18F6014E3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D47A2E-0686-4E4D-8CB3-A6A9B1B4475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64A64-AD07-442D-9F7F-2395C400EA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E9B2D-D6AC-4727-917A-FB069D38A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1ED682-0966-444B-A149-E27AB6872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930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lock Arc 6">
            <a:extLst>
              <a:ext uri="{FF2B5EF4-FFF2-40B4-BE49-F238E27FC236}">
                <a16:creationId xmlns:a16="http://schemas.microsoft.com/office/drawing/2014/main" id="{9C7B4497-2E13-419F-AA11-A92ABD7AF241}"/>
              </a:ext>
            </a:extLst>
          </p:cNvPr>
          <p:cNvSpPr/>
          <p:nvPr/>
        </p:nvSpPr>
        <p:spPr>
          <a:xfrm>
            <a:off x="4200940" y="2242931"/>
            <a:ext cx="2915478" cy="2902226"/>
          </a:xfrm>
          <a:prstGeom prst="blockArc">
            <a:avLst>
              <a:gd name="adj1" fmla="val 10800000"/>
              <a:gd name="adj2" fmla="val 14980667"/>
              <a:gd name="adj3" fmla="val 2541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Block Arc 7">
            <a:extLst>
              <a:ext uri="{FF2B5EF4-FFF2-40B4-BE49-F238E27FC236}">
                <a16:creationId xmlns:a16="http://schemas.microsoft.com/office/drawing/2014/main" id="{24E64D96-F154-4DE6-A3DB-3C62C16151FF}"/>
              </a:ext>
            </a:extLst>
          </p:cNvPr>
          <p:cNvSpPr/>
          <p:nvPr/>
        </p:nvSpPr>
        <p:spPr>
          <a:xfrm rot="10800000">
            <a:off x="4200940" y="2352261"/>
            <a:ext cx="2915478" cy="2902226"/>
          </a:xfrm>
          <a:prstGeom prst="blockArc">
            <a:avLst>
              <a:gd name="adj1" fmla="val 17672528"/>
              <a:gd name="adj2" fmla="val 0"/>
              <a:gd name="adj3" fmla="val 25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Block Arc 8">
            <a:extLst>
              <a:ext uri="{FF2B5EF4-FFF2-40B4-BE49-F238E27FC236}">
                <a16:creationId xmlns:a16="http://schemas.microsoft.com/office/drawing/2014/main" id="{DE1A5F57-FD5E-43F6-8724-54531AB94C23}"/>
              </a:ext>
            </a:extLst>
          </p:cNvPr>
          <p:cNvSpPr/>
          <p:nvPr/>
        </p:nvSpPr>
        <p:spPr>
          <a:xfrm rot="3676397">
            <a:off x="4320209" y="2188303"/>
            <a:ext cx="2915478" cy="2902226"/>
          </a:xfrm>
          <a:prstGeom prst="blockArc">
            <a:avLst>
              <a:gd name="adj1" fmla="val 11176223"/>
              <a:gd name="adj2" fmla="val 16592201"/>
              <a:gd name="adj3" fmla="val 2609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Block Arc 9">
            <a:extLst>
              <a:ext uri="{FF2B5EF4-FFF2-40B4-BE49-F238E27FC236}">
                <a16:creationId xmlns:a16="http://schemas.microsoft.com/office/drawing/2014/main" id="{999C01EB-710C-4243-8330-DECEEF4CE1F3}"/>
              </a:ext>
            </a:extLst>
          </p:cNvPr>
          <p:cNvSpPr/>
          <p:nvPr/>
        </p:nvSpPr>
        <p:spPr>
          <a:xfrm rot="6729741">
            <a:off x="4240868" y="2352261"/>
            <a:ext cx="2915478" cy="2902226"/>
          </a:xfrm>
          <a:prstGeom prst="blockArc">
            <a:avLst>
              <a:gd name="adj1" fmla="val 17672528"/>
              <a:gd name="adj2" fmla="val 0"/>
              <a:gd name="adj3" fmla="val 25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Block Arc 10">
            <a:extLst>
              <a:ext uri="{FF2B5EF4-FFF2-40B4-BE49-F238E27FC236}">
                <a16:creationId xmlns:a16="http://schemas.microsoft.com/office/drawing/2014/main" id="{A8567C8C-76CF-468A-B539-3B818675DB4D}"/>
              </a:ext>
            </a:extLst>
          </p:cNvPr>
          <p:cNvSpPr/>
          <p:nvPr/>
        </p:nvSpPr>
        <p:spPr>
          <a:xfrm rot="2802186">
            <a:off x="4320210" y="2268627"/>
            <a:ext cx="2915478" cy="2902226"/>
          </a:xfrm>
          <a:prstGeom prst="blockArc">
            <a:avLst>
              <a:gd name="adj1" fmla="val 17672528"/>
              <a:gd name="adj2" fmla="val 0"/>
              <a:gd name="adj3" fmla="val 25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A112DC-8202-4E61-A1E8-F84297AEB7F9}"/>
              </a:ext>
            </a:extLst>
          </p:cNvPr>
          <p:cNvSpPr txBox="1"/>
          <p:nvPr/>
        </p:nvSpPr>
        <p:spPr>
          <a:xfrm>
            <a:off x="949919" y="2355309"/>
            <a:ext cx="3009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Point 1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997097-5C0F-496B-86F3-444FAF940634}"/>
              </a:ext>
            </a:extLst>
          </p:cNvPr>
          <p:cNvSpPr txBox="1"/>
          <p:nvPr/>
        </p:nvSpPr>
        <p:spPr>
          <a:xfrm>
            <a:off x="913860" y="4336509"/>
            <a:ext cx="3009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Point 1</a:t>
            </a:r>
            <a:endParaRPr lang="en-US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3A4FC2-88C6-4F37-AA85-2E7467ACC5B5}"/>
              </a:ext>
            </a:extLst>
          </p:cNvPr>
          <p:cNvSpPr txBox="1"/>
          <p:nvPr/>
        </p:nvSpPr>
        <p:spPr>
          <a:xfrm>
            <a:off x="5382771" y="6037823"/>
            <a:ext cx="3009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Point 1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808C80-0C65-441C-B723-371833A6C304}"/>
              </a:ext>
            </a:extLst>
          </p:cNvPr>
          <p:cNvSpPr txBox="1"/>
          <p:nvPr/>
        </p:nvSpPr>
        <p:spPr>
          <a:xfrm>
            <a:off x="7833769" y="3830119"/>
            <a:ext cx="3009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Point 1</a:t>
            </a:r>
            <a:endParaRPr lang="en-US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48E811-8EC8-442D-AD2D-80F3BCBF510E}"/>
              </a:ext>
            </a:extLst>
          </p:cNvPr>
          <p:cNvSpPr txBox="1"/>
          <p:nvPr/>
        </p:nvSpPr>
        <p:spPr>
          <a:xfrm>
            <a:off x="7833769" y="2005384"/>
            <a:ext cx="3009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Point 1</a:t>
            </a:r>
            <a:endParaRPr lang="en-US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3647AB-8D82-482D-A982-DF1F2D6CFA0C}"/>
              </a:ext>
            </a:extLst>
          </p:cNvPr>
          <p:cNvSpPr txBox="1"/>
          <p:nvPr/>
        </p:nvSpPr>
        <p:spPr>
          <a:xfrm>
            <a:off x="174667" y="215083"/>
            <a:ext cx="11792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Title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392563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Vinayak Chetiyar</dc:creator>
  <cp:lastModifiedBy>Vinayak Chetiyar</cp:lastModifiedBy>
  <cp:revision>2</cp:revision>
  <dcterms:created xsi:type="dcterms:W3CDTF">2026-07-19T11:29:33Z</dcterms:created>
  <dcterms:modified xsi:type="dcterms:W3CDTF">2026-07-19T11:42:14Z</dcterms:modified>
</cp:coreProperties>
</file>